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embeddedFontLst>
    <p:embeddedFont>
      <p:font typeface="Liter" charset="-122" pitchFamily="34"/>
      <p:regular r:id="rId18"/>
    </p:embeddedFont>
    <p:embeddedFont>
      <p:font typeface="Hedvig Letters Sans" charset="-122" pitchFamily="34"/>
      <p:regular r:id="rId19"/>
    </p:embeddedFont>
    <p:embeddedFont>
      <p:font typeface="Quattrocento Sans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503266043435664bbb8d695cf9f4c79a2daabdef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8" r="18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1A">
                  <a:alpha val="95000"/>
                </a:srgbClr>
              </a:gs>
              <a:gs pos="50000">
                <a:srgbClr val="1A1A1A">
                  <a:alpha val="85000"/>
                </a:srgbClr>
              </a:gs>
              <a:gs pos="100000">
                <a:srgbClr val="4A7C59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444943"/>
            <a:ext cx="2369820" cy="388620"/>
          </a:xfrm>
          <a:custGeom>
            <a:avLst/>
            <a:gdLst/>
            <a:ahLst/>
            <a:cxnLst/>
            <a:rect l="l" t="t" r="r" b="b"/>
            <a:pathLst>
              <a:path w="2369820" h="388620">
                <a:moveTo>
                  <a:pt x="194310" y="0"/>
                </a:moveTo>
                <a:lnTo>
                  <a:pt x="2175510" y="0"/>
                </a:lnTo>
                <a:cubicBezTo>
                  <a:pt x="2282824" y="0"/>
                  <a:pt x="2369820" y="86996"/>
                  <a:pt x="2369820" y="194310"/>
                </a:cubicBezTo>
                <a:lnTo>
                  <a:pt x="2369820" y="194310"/>
                </a:lnTo>
                <a:cubicBezTo>
                  <a:pt x="2369820" y="301624"/>
                  <a:pt x="2282824" y="388620"/>
                  <a:pt x="2175510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0160">
            <a:solidFill>
              <a:srgbClr val="4A7C59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1524953"/>
            <a:ext cx="206121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D9A4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Review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65973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0F0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Self-Appraisal: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7C5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970972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237672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C8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Excellence • Leadership • Innovation • Growth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6730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C8C8C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81000" y="5962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26256" y="60960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2" name="Text 9"/>
          <p:cNvSpPr/>
          <p:nvPr/>
        </p:nvSpPr>
        <p:spPr>
          <a:xfrm>
            <a:off x="990600" y="5962650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Period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90600" y="615315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2024-2025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737288" y="5905500"/>
            <a:ext cx="1190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842063" y="6286500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 Achievement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061502" y="5905500"/>
            <a:ext cx="752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4A7C5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166277" y="6286500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Areas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D9A4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0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Achievement Areas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00200"/>
            <a:ext cx="5581650" cy="1076325"/>
          </a:xfrm>
          <a:custGeom>
            <a:avLst/>
            <a:gdLst/>
            <a:ahLst/>
            <a:cxnLst/>
            <a:rect l="l" t="t" r="r" b="b"/>
            <a:pathLst>
              <a:path w="5581650" h="1076325">
                <a:moveTo>
                  <a:pt x="3810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000121"/>
                </a:lnTo>
                <a:cubicBezTo>
                  <a:pt x="5581650" y="1042207"/>
                  <a:pt x="5547532" y="1076325"/>
                  <a:pt x="5505446" y="1076325"/>
                </a:cubicBezTo>
                <a:lnTo>
                  <a:pt x="38100" y="1076325"/>
                </a:lnTo>
                <a:cubicBezTo>
                  <a:pt x="17072" y="1076325"/>
                  <a:pt x="0" y="1059253"/>
                  <a:pt x="0" y="1038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5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600200"/>
            <a:ext cx="38100" cy="1076325"/>
          </a:xfrm>
          <a:custGeom>
            <a:avLst/>
            <a:gdLst/>
            <a:ahLst/>
            <a:cxnLst/>
            <a:rect l="l" t="t" r="r" b="b"/>
            <a:pathLst>
              <a:path w="38100" h="1076325">
                <a:moveTo>
                  <a:pt x="38100" y="0"/>
                </a:moveTo>
                <a:lnTo>
                  <a:pt x="38100" y="0"/>
                </a:lnTo>
                <a:lnTo>
                  <a:pt x="38100" y="1076325"/>
                </a:lnTo>
                <a:lnTo>
                  <a:pt x="38100" y="1076325"/>
                </a:lnTo>
                <a:cubicBezTo>
                  <a:pt x="17072" y="1076325"/>
                  <a:pt x="0" y="1059253"/>
                  <a:pt x="0" y="1038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42474" y="1885950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790700"/>
            <a:ext cx="2990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of Deliverable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20955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excellence &amp; end-to-end delivery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9350" y="1600200"/>
            <a:ext cx="5581650" cy="1076325"/>
          </a:xfrm>
          <a:custGeom>
            <a:avLst/>
            <a:gdLst/>
            <a:ahLst/>
            <a:cxnLst/>
            <a:rect l="l" t="t" r="r" b="b"/>
            <a:pathLst>
              <a:path w="5581650" h="1076325">
                <a:moveTo>
                  <a:pt x="3810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000121"/>
                </a:lnTo>
                <a:cubicBezTo>
                  <a:pt x="5581650" y="1042207"/>
                  <a:pt x="5547532" y="1076325"/>
                  <a:pt x="5505446" y="1076325"/>
                </a:cubicBezTo>
                <a:lnTo>
                  <a:pt x="38100" y="1076325"/>
                </a:lnTo>
                <a:cubicBezTo>
                  <a:pt x="17072" y="1076325"/>
                  <a:pt x="0" y="1059253"/>
                  <a:pt x="0" y="1038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29350" y="1600200"/>
            <a:ext cx="38100" cy="1076325"/>
          </a:xfrm>
          <a:custGeom>
            <a:avLst/>
            <a:gdLst/>
            <a:ahLst/>
            <a:cxnLst/>
            <a:rect l="l" t="t" r="r" b="b"/>
            <a:pathLst>
              <a:path w="38100" h="1076325">
                <a:moveTo>
                  <a:pt x="38100" y="0"/>
                </a:moveTo>
                <a:lnTo>
                  <a:pt x="38100" y="0"/>
                </a:lnTo>
                <a:lnTo>
                  <a:pt x="38100" y="1076325"/>
                </a:lnTo>
                <a:lnTo>
                  <a:pt x="38100" y="1076325"/>
                </a:lnTo>
                <a:cubicBezTo>
                  <a:pt x="17072" y="1076325"/>
                  <a:pt x="0" y="1059253"/>
                  <a:pt x="0" y="1038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3" name="Shape 11"/>
          <p:cNvSpPr/>
          <p:nvPr/>
        </p:nvSpPr>
        <p:spPr>
          <a:xfrm>
            <a:off x="643890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58082" y="1885950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8500" y="1790700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&amp; Agile Compliance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8500" y="2095500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discipline &amp; optimization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2867025"/>
            <a:ext cx="5581650" cy="1076325"/>
          </a:xfrm>
          <a:custGeom>
            <a:avLst/>
            <a:gdLst/>
            <a:ahLst/>
            <a:cxnLst/>
            <a:rect l="l" t="t" r="r" b="b"/>
            <a:pathLst>
              <a:path w="5581650" h="1076325">
                <a:moveTo>
                  <a:pt x="3810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000121"/>
                </a:lnTo>
                <a:cubicBezTo>
                  <a:pt x="5581650" y="1042207"/>
                  <a:pt x="5547532" y="1076325"/>
                  <a:pt x="5505446" y="1076325"/>
                </a:cubicBezTo>
                <a:lnTo>
                  <a:pt x="38100" y="1076325"/>
                </a:lnTo>
                <a:cubicBezTo>
                  <a:pt x="17072" y="1076325"/>
                  <a:pt x="0" y="1059253"/>
                  <a:pt x="0" y="1038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2867025"/>
            <a:ext cx="38100" cy="1076325"/>
          </a:xfrm>
          <a:custGeom>
            <a:avLst/>
            <a:gdLst/>
            <a:ahLst/>
            <a:cxnLst/>
            <a:rect l="l" t="t" r="r" b="b"/>
            <a:pathLst>
              <a:path w="38100" h="1076325">
                <a:moveTo>
                  <a:pt x="38100" y="0"/>
                </a:moveTo>
                <a:lnTo>
                  <a:pt x="38100" y="0"/>
                </a:lnTo>
                <a:lnTo>
                  <a:pt x="38100" y="1076325"/>
                </a:lnTo>
                <a:lnTo>
                  <a:pt x="38100" y="1076325"/>
                </a:lnTo>
                <a:cubicBezTo>
                  <a:pt x="17072" y="1076325"/>
                  <a:pt x="0" y="1059253"/>
                  <a:pt x="0" y="1038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3057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25924" y="31527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3057525"/>
            <a:ext cx="2828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Productivity Improvement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" y="3362325"/>
            <a:ext cx="2809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Measurable impact &amp; monitoring systems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2867025"/>
            <a:ext cx="5581650" cy="1076325"/>
          </a:xfrm>
          <a:custGeom>
            <a:avLst/>
            <a:gdLst/>
            <a:ahLst/>
            <a:cxnLst/>
            <a:rect l="l" t="t" r="r" b="b"/>
            <a:pathLst>
              <a:path w="5581650" h="1076325">
                <a:moveTo>
                  <a:pt x="3810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000121"/>
                </a:lnTo>
                <a:cubicBezTo>
                  <a:pt x="5581650" y="1042207"/>
                  <a:pt x="5547532" y="1076325"/>
                  <a:pt x="5505446" y="1076325"/>
                </a:cubicBezTo>
                <a:lnTo>
                  <a:pt x="38100" y="1076325"/>
                </a:lnTo>
                <a:cubicBezTo>
                  <a:pt x="17072" y="1076325"/>
                  <a:pt x="0" y="1059253"/>
                  <a:pt x="0" y="1038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29350" y="2867025"/>
            <a:ext cx="38100" cy="1076325"/>
          </a:xfrm>
          <a:custGeom>
            <a:avLst/>
            <a:gdLst/>
            <a:ahLst/>
            <a:cxnLst/>
            <a:rect l="l" t="t" r="r" b="b"/>
            <a:pathLst>
              <a:path w="38100" h="1076325">
                <a:moveTo>
                  <a:pt x="38100" y="0"/>
                </a:moveTo>
                <a:lnTo>
                  <a:pt x="38100" y="0"/>
                </a:lnTo>
                <a:lnTo>
                  <a:pt x="38100" y="1076325"/>
                </a:lnTo>
                <a:lnTo>
                  <a:pt x="38100" y="1076325"/>
                </a:lnTo>
                <a:cubicBezTo>
                  <a:pt x="17072" y="1076325"/>
                  <a:pt x="0" y="1059253"/>
                  <a:pt x="0" y="1038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25" name="Shape 23"/>
          <p:cNvSpPr/>
          <p:nvPr/>
        </p:nvSpPr>
        <p:spPr>
          <a:xfrm>
            <a:off x="6438900" y="3057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52724" y="31527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8500" y="3057525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Upskilling &amp; Growth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8500" y="3362325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 capability development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4133850"/>
            <a:ext cx="5581650" cy="1076325"/>
          </a:xfrm>
          <a:custGeom>
            <a:avLst/>
            <a:gdLst/>
            <a:ahLst/>
            <a:cxnLst/>
            <a:rect l="l" t="t" r="r" b="b"/>
            <a:pathLst>
              <a:path w="5581650" h="1076325">
                <a:moveTo>
                  <a:pt x="3810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000121"/>
                </a:lnTo>
                <a:cubicBezTo>
                  <a:pt x="5581650" y="1042207"/>
                  <a:pt x="5547532" y="1076325"/>
                  <a:pt x="5505446" y="1076325"/>
                </a:cubicBezTo>
                <a:lnTo>
                  <a:pt x="38100" y="1076325"/>
                </a:lnTo>
                <a:cubicBezTo>
                  <a:pt x="17072" y="1076325"/>
                  <a:pt x="0" y="1059253"/>
                  <a:pt x="0" y="1038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4133850"/>
            <a:ext cx="38100" cy="1076325"/>
          </a:xfrm>
          <a:custGeom>
            <a:avLst/>
            <a:gdLst/>
            <a:ahLst/>
            <a:cxnLst/>
            <a:rect l="l" t="t" r="r" b="b"/>
            <a:pathLst>
              <a:path w="38100" h="1076325">
                <a:moveTo>
                  <a:pt x="38100" y="0"/>
                </a:moveTo>
                <a:lnTo>
                  <a:pt x="38100" y="0"/>
                </a:lnTo>
                <a:lnTo>
                  <a:pt x="38100" y="1076325"/>
                </a:lnTo>
                <a:lnTo>
                  <a:pt x="38100" y="1076325"/>
                </a:lnTo>
                <a:cubicBezTo>
                  <a:pt x="17072" y="1076325"/>
                  <a:pt x="0" y="1059253"/>
                  <a:pt x="0" y="1038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600" y="4324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25567" y="441960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19200" y="4324350"/>
            <a:ext cx="230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Satisfaction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19200" y="462915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continuity &amp; zero impact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29350" y="4133850"/>
            <a:ext cx="5581650" cy="1076325"/>
          </a:xfrm>
          <a:custGeom>
            <a:avLst/>
            <a:gdLst/>
            <a:ahLst/>
            <a:cxnLst/>
            <a:rect l="l" t="t" r="r" b="b"/>
            <a:pathLst>
              <a:path w="5581650" h="1076325">
                <a:moveTo>
                  <a:pt x="3810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000121"/>
                </a:lnTo>
                <a:cubicBezTo>
                  <a:pt x="5581650" y="1042207"/>
                  <a:pt x="5547532" y="1076325"/>
                  <a:pt x="5505446" y="1076325"/>
                </a:cubicBezTo>
                <a:lnTo>
                  <a:pt x="38100" y="1076325"/>
                </a:lnTo>
                <a:cubicBezTo>
                  <a:pt x="17072" y="1076325"/>
                  <a:pt x="0" y="1059253"/>
                  <a:pt x="0" y="1038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29350" y="4133850"/>
            <a:ext cx="38100" cy="1076325"/>
          </a:xfrm>
          <a:custGeom>
            <a:avLst/>
            <a:gdLst/>
            <a:ahLst/>
            <a:cxnLst/>
            <a:rect l="l" t="t" r="r" b="b"/>
            <a:pathLst>
              <a:path w="38100" h="1076325">
                <a:moveTo>
                  <a:pt x="38100" y="0"/>
                </a:moveTo>
                <a:lnTo>
                  <a:pt x="38100" y="0"/>
                </a:lnTo>
                <a:lnTo>
                  <a:pt x="38100" y="1076325"/>
                </a:lnTo>
                <a:lnTo>
                  <a:pt x="38100" y="1076325"/>
                </a:lnTo>
                <a:cubicBezTo>
                  <a:pt x="17072" y="1076325"/>
                  <a:pt x="0" y="1059253"/>
                  <a:pt x="0" y="1038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7" name="Shape 35"/>
          <p:cNvSpPr/>
          <p:nvPr/>
        </p:nvSpPr>
        <p:spPr>
          <a:xfrm>
            <a:off x="6438900" y="4324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552248" y="441960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48500" y="4324350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Innovation &amp; Improvement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48500" y="462915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service enhancement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5400675"/>
            <a:ext cx="5581650" cy="1076325"/>
          </a:xfrm>
          <a:custGeom>
            <a:avLst/>
            <a:gdLst/>
            <a:ahLst/>
            <a:cxnLst/>
            <a:rect l="l" t="t" r="r" b="b"/>
            <a:pathLst>
              <a:path w="5581650" h="1076325">
                <a:moveTo>
                  <a:pt x="3810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000121"/>
                </a:lnTo>
                <a:cubicBezTo>
                  <a:pt x="5581650" y="1042207"/>
                  <a:pt x="5547532" y="1076325"/>
                  <a:pt x="5505446" y="1076325"/>
                </a:cubicBezTo>
                <a:lnTo>
                  <a:pt x="38100" y="1076325"/>
                </a:lnTo>
                <a:cubicBezTo>
                  <a:pt x="17072" y="1076325"/>
                  <a:pt x="0" y="1059253"/>
                  <a:pt x="0" y="1038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0050" y="5400675"/>
            <a:ext cx="38100" cy="1076325"/>
          </a:xfrm>
          <a:custGeom>
            <a:avLst/>
            <a:gdLst/>
            <a:ahLst/>
            <a:cxnLst/>
            <a:rect l="l" t="t" r="r" b="b"/>
            <a:pathLst>
              <a:path w="38100" h="1076325">
                <a:moveTo>
                  <a:pt x="38100" y="0"/>
                </a:moveTo>
                <a:lnTo>
                  <a:pt x="38100" y="0"/>
                </a:lnTo>
                <a:lnTo>
                  <a:pt x="38100" y="1076325"/>
                </a:lnTo>
                <a:lnTo>
                  <a:pt x="38100" y="1076325"/>
                </a:lnTo>
                <a:cubicBezTo>
                  <a:pt x="17072" y="1076325"/>
                  <a:pt x="0" y="1059253"/>
                  <a:pt x="0" y="1038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600" y="5591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30806" y="5686425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19200" y="5591175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Leadership &amp; Mentorship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19200" y="5895975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Elevating team capability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29350" y="5400675"/>
            <a:ext cx="5581650" cy="1076325"/>
          </a:xfrm>
          <a:custGeom>
            <a:avLst/>
            <a:gdLst/>
            <a:ahLst/>
            <a:cxnLst/>
            <a:rect l="l" t="t" r="r" b="b"/>
            <a:pathLst>
              <a:path w="5581650" h="1076325">
                <a:moveTo>
                  <a:pt x="3810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000121"/>
                </a:lnTo>
                <a:cubicBezTo>
                  <a:pt x="5581650" y="1042207"/>
                  <a:pt x="5547532" y="1076325"/>
                  <a:pt x="5505446" y="1076325"/>
                </a:cubicBezTo>
                <a:lnTo>
                  <a:pt x="38100" y="1076325"/>
                </a:lnTo>
                <a:cubicBezTo>
                  <a:pt x="17072" y="1076325"/>
                  <a:pt x="0" y="1059253"/>
                  <a:pt x="0" y="1038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29350" y="5400675"/>
            <a:ext cx="38100" cy="1076325"/>
          </a:xfrm>
          <a:custGeom>
            <a:avLst/>
            <a:gdLst/>
            <a:ahLst/>
            <a:cxnLst/>
            <a:rect l="l" t="t" r="r" b="b"/>
            <a:pathLst>
              <a:path w="38100" h="1076325">
                <a:moveTo>
                  <a:pt x="38100" y="0"/>
                </a:moveTo>
                <a:lnTo>
                  <a:pt x="38100" y="0"/>
                </a:lnTo>
                <a:lnTo>
                  <a:pt x="38100" y="1076325"/>
                </a:lnTo>
                <a:lnTo>
                  <a:pt x="38100" y="1076325"/>
                </a:lnTo>
                <a:cubicBezTo>
                  <a:pt x="17072" y="1076325"/>
                  <a:pt x="0" y="1059253"/>
                  <a:pt x="0" y="1038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49" name="Shape 47"/>
          <p:cNvSpPr/>
          <p:nvPr/>
        </p:nvSpPr>
        <p:spPr>
          <a:xfrm>
            <a:off x="6438900" y="5591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552367" y="568642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48500" y="5591175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Support &amp; Ownership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48500" y="5895975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Agility, resilience &amp; initiative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D9A4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/ Quality of Deliverable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Technical Excellence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71600"/>
            <a:ext cx="6781800" cy="1504950"/>
          </a:xfrm>
          <a:custGeom>
            <a:avLst/>
            <a:gdLst/>
            <a:ahLst/>
            <a:cxnLst/>
            <a:rect l="l" t="t" r="r" b="b"/>
            <a:pathLst>
              <a:path w="6781800" h="1504950">
                <a:moveTo>
                  <a:pt x="38100" y="0"/>
                </a:moveTo>
                <a:lnTo>
                  <a:pt x="6705604" y="0"/>
                </a:lnTo>
                <a:cubicBezTo>
                  <a:pt x="6747686" y="0"/>
                  <a:pt x="6781800" y="34114"/>
                  <a:pt x="6781800" y="76196"/>
                </a:cubicBezTo>
                <a:lnTo>
                  <a:pt x="6781800" y="1428754"/>
                </a:lnTo>
                <a:cubicBezTo>
                  <a:pt x="6781800" y="1470836"/>
                  <a:pt x="6747686" y="1504950"/>
                  <a:pt x="6705604" y="1504950"/>
                </a:cubicBezTo>
                <a:lnTo>
                  <a:pt x="38100" y="1504950"/>
                </a:lnTo>
                <a:cubicBezTo>
                  <a:pt x="17058" y="1504950"/>
                  <a:pt x="0" y="1487892"/>
                  <a:pt x="0" y="1466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71600"/>
            <a:ext cx="38100" cy="1504950"/>
          </a:xfrm>
          <a:custGeom>
            <a:avLst/>
            <a:gdLst/>
            <a:ahLst/>
            <a:cxnLst/>
            <a:rect l="l" t="t" r="r" b="b"/>
            <a:pathLst>
              <a:path w="38100" h="1504950">
                <a:moveTo>
                  <a:pt x="38100" y="0"/>
                </a:moveTo>
                <a:lnTo>
                  <a:pt x="38100" y="0"/>
                </a:lnTo>
                <a:lnTo>
                  <a:pt x="38100" y="1504950"/>
                </a:lnTo>
                <a:lnTo>
                  <a:pt x="38100" y="1504950"/>
                </a:lnTo>
                <a:cubicBezTo>
                  <a:pt x="17072" y="1504950"/>
                  <a:pt x="0" y="1487878"/>
                  <a:pt x="0" y="1466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62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713" y="17145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1562100"/>
            <a:ext cx="579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Kubeflow Autologin Feature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1943100"/>
            <a:ext cx="5772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Delivered end-to-end solution using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Python/React/Deployment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significantly enhancing user authentication flow with seamless integration and improved security posture.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028950"/>
            <a:ext cx="6781800" cy="1257300"/>
          </a:xfrm>
          <a:custGeom>
            <a:avLst/>
            <a:gdLst/>
            <a:ahLst/>
            <a:cxnLst/>
            <a:rect l="l" t="t" r="r" b="b"/>
            <a:pathLst>
              <a:path w="6781800" h="1257300">
                <a:moveTo>
                  <a:pt x="38100" y="0"/>
                </a:moveTo>
                <a:lnTo>
                  <a:pt x="6705595" y="0"/>
                </a:lnTo>
                <a:cubicBezTo>
                  <a:pt x="6747682" y="0"/>
                  <a:pt x="6781800" y="34118"/>
                  <a:pt x="6781800" y="76205"/>
                </a:cubicBezTo>
                <a:lnTo>
                  <a:pt x="6781800" y="1181095"/>
                </a:lnTo>
                <a:cubicBezTo>
                  <a:pt x="6781800" y="1223182"/>
                  <a:pt x="6747682" y="1257300"/>
                  <a:pt x="670559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02895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32194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3371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3219450"/>
            <a:ext cx="579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System Integrity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5400" y="3600450"/>
            <a:ext cx="5772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Proactively remediated vulnerabilities and managed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error-free deployments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ML pipelines and microservices, ensuring robust system security.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438650"/>
            <a:ext cx="6781800" cy="1257300"/>
          </a:xfrm>
          <a:custGeom>
            <a:avLst/>
            <a:gdLst/>
            <a:ahLst/>
            <a:cxnLst/>
            <a:rect l="l" t="t" r="r" b="b"/>
            <a:pathLst>
              <a:path w="6781800" h="1257300">
                <a:moveTo>
                  <a:pt x="38100" y="0"/>
                </a:moveTo>
                <a:lnTo>
                  <a:pt x="6705595" y="0"/>
                </a:lnTo>
                <a:cubicBezTo>
                  <a:pt x="6747682" y="0"/>
                  <a:pt x="6781800" y="34118"/>
                  <a:pt x="6781800" y="76205"/>
                </a:cubicBezTo>
                <a:lnTo>
                  <a:pt x="6781800" y="1181095"/>
                </a:lnTo>
                <a:cubicBezTo>
                  <a:pt x="6781800" y="1223182"/>
                  <a:pt x="6747682" y="1257300"/>
                  <a:pt x="670559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443865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4629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4781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4629150"/>
            <a:ext cx="579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DevOps Standardization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5400" y="5010150"/>
            <a:ext cx="5772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Created comprehensive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guides and diagrams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ensuring reproducible deployments and establishing best practices across the team.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34250" y="1375410"/>
            <a:ext cx="4474845" cy="1569720"/>
          </a:xfrm>
          <a:custGeom>
            <a:avLst/>
            <a:gdLst/>
            <a:ahLst/>
            <a:cxnLst/>
            <a:rect l="l" t="t" r="r" b="b"/>
            <a:pathLst>
              <a:path w="4474845" h="1569720">
                <a:moveTo>
                  <a:pt x="76194" y="0"/>
                </a:moveTo>
                <a:lnTo>
                  <a:pt x="4398651" y="0"/>
                </a:lnTo>
                <a:cubicBezTo>
                  <a:pt x="4440732" y="0"/>
                  <a:pt x="4474845" y="34113"/>
                  <a:pt x="4474845" y="76194"/>
                </a:cubicBezTo>
                <a:lnTo>
                  <a:pt x="4474845" y="1493526"/>
                </a:lnTo>
                <a:cubicBezTo>
                  <a:pt x="4474845" y="1535607"/>
                  <a:pt x="4440732" y="1569720"/>
                  <a:pt x="4398651" y="1569720"/>
                </a:cubicBezTo>
                <a:lnTo>
                  <a:pt x="76194" y="1569720"/>
                </a:lnTo>
                <a:cubicBezTo>
                  <a:pt x="34141" y="1569720"/>
                  <a:pt x="0" y="1535579"/>
                  <a:pt x="0" y="149352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4A7C59">
                  <a:alpha val="5000"/>
                </a:srgbClr>
              </a:gs>
            </a:gsLst>
            <a:lin ang="2700000" scaled="1"/>
          </a:gradFill>
          <a:ln w="10160">
            <a:solidFill>
              <a:srgbClr val="4A7C59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27400" y="1569720"/>
            <a:ext cx="16859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36330" y="221742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Planned ETA Delivery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956352" y="2522220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Achieved while handling critical ad-hoc support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34250" y="3105150"/>
            <a:ext cx="4474845" cy="3369945"/>
          </a:xfrm>
          <a:custGeom>
            <a:avLst/>
            <a:gdLst/>
            <a:ahLst/>
            <a:cxnLst/>
            <a:rect l="l" t="t" r="r" b="b"/>
            <a:pathLst>
              <a:path w="4474845" h="3369945">
                <a:moveTo>
                  <a:pt x="76194" y="0"/>
                </a:moveTo>
                <a:lnTo>
                  <a:pt x="4398651" y="0"/>
                </a:lnTo>
                <a:cubicBezTo>
                  <a:pt x="4440732" y="0"/>
                  <a:pt x="4474845" y="34113"/>
                  <a:pt x="4474845" y="76194"/>
                </a:cubicBezTo>
                <a:lnTo>
                  <a:pt x="4474845" y="3293751"/>
                </a:lnTo>
                <a:cubicBezTo>
                  <a:pt x="4474845" y="3335832"/>
                  <a:pt x="4440732" y="3369945"/>
                  <a:pt x="4398651" y="3369945"/>
                </a:cubicBezTo>
                <a:lnTo>
                  <a:pt x="76194" y="3369945"/>
                </a:lnTo>
                <a:cubicBezTo>
                  <a:pt x="34113" y="3369945"/>
                  <a:pt x="0" y="3335832"/>
                  <a:pt x="0" y="3293751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2D2D2D">
              <a:alpha val="40000"/>
            </a:srgbClr>
          </a:solidFill>
          <a:ln w="10160">
            <a:solidFill>
              <a:srgbClr val="8C8C8C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28560" y="3299460"/>
            <a:ext cx="4171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Technologies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28560" y="379476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0" name="Text 28"/>
          <p:cNvSpPr/>
          <p:nvPr/>
        </p:nvSpPr>
        <p:spPr>
          <a:xfrm>
            <a:off x="7719060" y="371856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28560" y="413766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2" name="Text 30"/>
          <p:cNvSpPr/>
          <p:nvPr/>
        </p:nvSpPr>
        <p:spPr>
          <a:xfrm>
            <a:off x="7719060" y="4061460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28560" y="448056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4" name="Text 32"/>
          <p:cNvSpPr/>
          <p:nvPr/>
        </p:nvSpPr>
        <p:spPr>
          <a:xfrm>
            <a:off x="7719060" y="4404360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Kubeflow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28560" y="482346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6" name="Text 34"/>
          <p:cNvSpPr/>
          <p:nvPr/>
        </p:nvSpPr>
        <p:spPr>
          <a:xfrm>
            <a:off x="7719060" y="4747261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Pipelines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28560" y="516636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8" name="Text 36"/>
          <p:cNvSpPr/>
          <p:nvPr/>
        </p:nvSpPr>
        <p:spPr>
          <a:xfrm>
            <a:off x="7719060" y="5090161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Microservices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D9A4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Process &amp; Agile Compliance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Operational Discipline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5600700" cy="1581150"/>
          </a:xfrm>
          <a:custGeom>
            <a:avLst/>
            <a:gdLst/>
            <a:ahLst/>
            <a:cxnLst/>
            <a:rect l="l" t="t" r="r" b="b"/>
            <a:pathLst>
              <a:path w="5600700" h="1581150">
                <a:moveTo>
                  <a:pt x="38100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504954"/>
                </a:lnTo>
                <a:cubicBezTo>
                  <a:pt x="5600700" y="1547036"/>
                  <a:pt x="5566586" y="1581150"/>
                  <a:pt x="552450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1525" y="18288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100013"/>
                </a:moveTo>
                <a:cubicBezTo>
                  <a:pt x="168503" y="100013"/>
                  <a:pt x="189309" y="79206"/>
                  <a:pt x="189309" y="53578"/>
                </a:cubicBezTo>
                <a:cubicBezTo>
                  <a:pt x="189309" y="27950"/>
                  <a:pt x="168503" y="7144"/>
                  <a:pt x="142875" y="7144"/>
                </a:cubicBezTo>
                <a:cubicBezTo>
                  <a:pt x="117247" y="7144"/>
                  <a:pt x="96441" y="27950"/>
                  <a:pt x="96441" y="53578"/>
                </a:cubicBezTo>
                <a:cubicBezTo>
                  <a:pt x="96441" y="79206"/>
                  <a:pt x="117247" y="100013"/>
                  <a:pt x="142875" y="100013"/>
                </a:cubicBezTo>
                <a:close/>
                <a:moveTo>
                  <a:pt x="42863" y="103584"/>
                </a:moveTo>
                <a:cubicBezTo>
                  <a:pt x="60605" y="103584"/>
                  <a:pt x="75009" y="89180"/>
                  <a:pt x="75009" y="71438"/>
                </a:cubicBezTo>
                <a:cubicBezTo>
                  <a:pt x="75009" y="53695"/>
                  <a:pt x="60605" y="39291"/>
                  <a:pt x="42863" y="39291"/>
                </a:cubicBezTo>
                <a:cubicBezTo>
                  <a:pt x="25120" y="39291"/>
                  <a:pt x="10716" y="53695"/>
                  <a:pt x="10716" y="71438"/>
                </a:cubicBezTo>
                <a:cubicBezTo>
                  <a:pt x="10716" y="89180"/>
                  <a:pt x="25120" y="103584"/>
                  <a:pt x="42862" y="103584"/>
                </a:cubicBezTo>
                <a:close/>
                <a:moveTo>
                  <a:pt x="0" y="185738"/>
                </a:move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lnTo>
                  <a:pt x="52998" y="214313"/>
                </a:lnTo>
                <a:cubicBezTo>
                  <a:pt x="51078" y="209937"/>
                  <a:pt x="50006" y="205115"/>
                  <a:pt x="50006" y="200025"/>
                </a:cubicBezTo>
                <a:lnTo>
                  <a:pt x="50006" y="192881"/>
                </a:lnTo>
                <a:cubicBezTo>
                  <a:pt x="50006" y="169128"/>
                  <a:pt x="58936" y="147429"/>
                  <a:pt x="73625" y="130999"/>
                </a:cubicBezTo>
                <a:cubicBezTo>
                  <a:pt x="68401" y="129436"/>
                  <a:pt x="62865" y="128588"/>
                  <a:pt x="57150" y="128588"/>
                </a:cubicBezTo>
                <a:cubicBezTo>
                  <a:pt x="25584" y="128588"/>
                  <a:pt x="0" y="154171"/>
                  <a:pt x="0" y="185738"/>
                </a:cubicBezTo>
                <a:close/>
                <a:moveTo>
                  <a:pt x="275034" y="71438"/>
                </a:moveTo>
                <a:cubicBezTo>
                  <a:pt x="275034" y="53695"/>
                  <a:pt x="260630" y="39291"/>
                  <a:pt x="242888" y="39291"/>
                </a:cubicBezTo>
                <a:cubicBezTo>
                  <a:pt x="225145" y="39291"/>
                  <a:pt x="210741" y="53695"/>
                  <a:pt x="210741" y="71438"/>
                </a:cubicBezTo>
                <a:cubicBezTo>
                  <a:pt x="210741" y="89180"/>
                  <a:pt x="225145" y="103584"/>
                  <a:pt x="242888" y="103584"/>
                </a:cubicBezTo>
                <a:cubicBezTo>
                  <a:pt x="260630" y="103584"/>
                  <a:pt x="275034" y="89180"/>
                  <a:pt x="275034" y="71438"/>
                </a:cubicBezTo>
                <a:close/>
                <a:moveTo>
                  <a:pt x="71438" y="192881"/>
                </a:moveTo>
                <a:lnTo>
                  <a:pt x="71438" y="200025"/>
                </a:lnTo>
                <a:cubicBezTo>
                  <a:pt x="71438" y="207928"/>
                  <a:pt x="77822" y="214313"/>
                  <a:pt x="85725" y="214313"/>
                </a:cubicBezTo>
                <a:lnTo>
                  <a:pt x="155734" y="214313"/>
                </a:lnTo>
                <a:cubicBezTo>
                  <a:pt x="152564" y="204668"/>
                  <a:pt x="152921" y="194489"/>
                  <a:pt x="160511" y="185738"/>
                </a:cubicBezTo>
                <a:cubicBezTo>
                  <a:pt x="154260" y="178504"/>
                  <a:pt x="151358" y="168012"/>
                  <a:pt x="155421" y="157475"/>
                </a:cubicBezTo>
                <a:cubicBezTo>
                  <a:pt x="158368" y="149840"/>
                  <a:pt x="162520" y="142696"/>
                  <a:pt x="167655" y="136356"/>
                </a:cubicBezTo>
                <a:cubicBezTo>
                  <a:pt x="170066" y="133410"/>
                  <a:pt x="172834" y="131132"/>
                  <a:pt x="175826" y="129480"/>
                </a:cubicBezTo>
                <a:cubicBezTo>
                  <a:pt x="165958" y="124346"/>
                  <a:pt x="154751" y="121444"/>
                  <a:pt x="142875" y="121444"/>
                </a:cubicBezTo>
                <a:cubicBezTo>
                  <a:pt x="103406" y="121444"/>
                  <a:pt x="71438" y="153412"/>
                  <a:pt x="71438" y="192881"/>
                </a:cubicBezTo>
                <a:close/>
                <a:moveTo>
                  <a:pt x="278874" y="173191"/>
                </a:moveTo>
                <a:cubicBezTo>
                  <a:pt x="281687" y="171584"/>
                  <a:pt x="283116" y="168235"/>
                  <a:pt x="281910" y="165155"/>
                </a:cubicBezTo>
                <a:cubicBezTo>
                  <a:pt x="279767" y="159618"/>
                  <a:pt x="276776" y="154394"/>
                  <a:pt x="273025" y="149796"/>
                </a:cubicBezTo>
                <a:cubicBezTo>
                  <a:pt x="270971" y="147251"/>
                  <a:pt x="267355" y="146804"/>
                  <a:pt x="264542" y="148456"/>
                </a:cubicBezTo>
                <a:cubicBezTo>
                  <a:pt x="254809" y="154082"/>
                  <a:pt x="242843" y="147206"/>
                  <a:pt x="242843" y="135910"/>
                </a:cubicBezTo>
                <a:cubicBezTo>
                  <a:pt x="242843" y="132651"/>
                  <a:pt x="240655" y="129748"/>
                  <a:pt x="237440" y="129257"/>
                </a:cubicBezTo>
                <a:cubicBezTo>
                  <a:pt x="231681" y="128364"/>
                  <a:pt x="225475" y="128364"/>
                  <a:pt x="219715" y="129257"/>
                </a:cubicBezTo>
                <a:cubicBezTo>
                  <a:pt x="216500" y="129748"/>
                  <a:pt x="214312" y="132651"/>
                  <a:pt x="214312" y="135910"/>
                </a:cubicBezTo>
                <a:cubicBezTo>
                  <a:pt x="214312" y="147161"/>
                  <a:pt x="202347" y="154082"/>
                  <a:pt x="192613" y="148456"/>
                </a:cubicBezTo>
                <a:cubicBezTo>
                  <a:pt x="189801" y="146849"/>
                  <a:pt x="186184" y="147295"/>
                  <a:pt x="184130" y="149796"/>
                </a:cubicBezTo>
                <a:cubicBezTo>
                  <a:pt x="180380" y="154394"/>
                  <a:pt x="177388" y="159618"/>
                  <a:pt x="175245" y="165155"/>
                </a:cubicBezTo>
                <a:cubicBezTo>
                  <a:pt x="174084" y="168191"/>
                  <a:pt x="175468" y="171539"/>
                  <a:pt x="178281" y="173147"/>
                </a:cubicBezTo>
                <a:cubicBezTo>
                  <a:pt x="188059" y="178772"/>
                  <a:pt x="188059" y="192569"/>
                  <a:pt x="178281" y="198239"/>
                </a:cubicBezTo>
                <a:cubicBezTo>
                  <a:pt x="175468" y="199846"/>
                  <a:pt x="174040" y="203195"/>
                  <a:pt x="175245" y="206231"/>
                </a:cubicBezTo>
                <a:cubicBezTo>
                  <a:pt x="177388" y="211768"/>
                  <a:pt x="180380" y="216991"/>
                  <a:pt x="184130" y="221590"/>
                </a:cubicBezTo>
                <a:cubicBezTo>
                  <a:pt x="186184" y="224135"/>
                  <a:pt x="189801" y="224582"/>
                  <a:pt x="192613" y="222930"/>
                </a:cubicBezTo>
                <a:cubicBezTo>
                  <a:pt x="202347" y="217304"/>
                  <a:pt x="214312" y="224224"/>
                  <a:pt x="214312" y="235476"/>
                </a:cubicBezTo>
                <a:cubicBezTo>
                  <a:pt x="214312" y="238735"/>
                  <a:pt x="216500" y="241637"/>
                  <a:pt x="219715" y="242128"/>
                </a:cubicBezTo>
                <a:cubicBezTo>
                  <a:pt x="225475" y="243021"/>
                  <a:pt x="231681" y="243021"/>
                  <a:pt x="237440" y="242128"/>
                </a:cubicBezTo>
                <a:cubicBezTo>
                  <a:pt x="240655" y="241637"/>
                  <a:pt x="242843" y="238735"/>
                  <a:pt x="242843" y="235476"/>
                </a:cubicBezTo>
                <a:cubicBezTo>
                  <a:pt x="242843" y="224224"/>
                  <a:pt x="254809" y="217304"/>
                  <a:pt x="264542" y="222930"/>
                </a:cubicBezTo>
                <a:cubicBezTo>
                  <a:pt x="267355" y="224537"/>
                  <a:pt x="270971" y="224091"/>
                  <a:pt x="273025" y="221590"/>
                </a:cubicBezTo>
                <a:cubicBezTo>
                  <a:pt x="276776" y="216991"/>
                  <a:pt x="279767" y="211768"/>
                  <a:pt x="281910" y="206231"/>
                </a:cubicBezTo>
                <a:cubicBezTo>
                  <a:pt x="283071" y="203195"/>
                  <a:pt x="281687" y="199846"/>
                  <a:pt x="278874" y="198239"/>
                </a:cubicBezTo>
                <a:cubicBezTo>
                  <a:pt x="269096" y="192613"/>
                  <a:pt x="269096" y="178817"/>
                  <a:pt x="278874" y="173147"/>
                </a:cubicBezTo>
                <a:close/>
                <a:moveTo>
                  <a:pt x="210741" y="185738"/>
                </a:moveTo>
                <a:cubicBezTo>
                  <a:pt x="210741" y="175881"/>
                  <a:pt x="218743" y="167878"/>
                  <a:pt x="228600" y="167878"/>
                </a:cubicBezTo>
                <a:cubicBezTo>
                  <a:pt x="238457" y="167878"/>
                  <a:pt x="246459" y="175881"/>
                  <a:pt x="246459" y="185738"/>
                </a:cubicBezTo>
                <a:cubicBezTo>
                  <a:pt x="246459" y="195594"/>
                  <a:pt x="238457" y="203597"/>
                  <a:pt x="228600" y="203597"/>
                </a:cubicBezTo>
                <a:cubicBezTo>
                  <a:pt x="218743" y="203597"/>
                  <a:pt x="210741" y="195594"/>
                  <a:pt x="210741" y="185738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16764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Agile Leadership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057400"/>
            <a:ext cx="4514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Scrums, Backlog Grooming, and sprint ceremonies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ensuring strict adherence to Agile timelines and maintaining team velocity.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219450"/>
            <a:ext cx="5600700" cy="1581150"/>
          </a:xfrm>
          <a:custGeom>
            <a:avLst/>
            <a:gdLst/>
            <a:ahLst/>
            <a:cxnLst/>
            <a:rect l="l" t="t" r="r" b="b"/>
            <a:pathLst>
              <a:path w="5600700" h="1581150">
                <a:moveTo>
                  <a:pt x="38100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504954"/>
                </a:lnTo>
                <a:cubicBezTo>
                  <a:pt x="5600700" y="1547036"/>
                  <a:pt x="5566586" y="1581150"/>
                  <a:pt x="552450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21945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" y="3448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14388" y="36004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344805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Lambda Optimization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829050"/>
            <a:ext cx="4514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Managed AWS Lambda scripts for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 and automation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updating instance termination/creation scripts to ensure smooth execution and reduced manual work.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5060" y="1451610"/>
            <a:ext cx="5608320" cy="2569845"/>
          </a:xfrm>
          <a:custGeom>
            <a:avLst/>
            <a:gdLst/>
            <a:ahLst/>
            <a:cxnLst/>
            <a:rect l="l" t="t" r="r" b="b"/>
            <a:pathLst>
              <a:path w="5608320" h="2569845">
                <a:moveTo>
                  <a:pt x="76196" y="0"/>
                </a:moveTo>
                <a:lnTo>
                  <a:pt x="5532124" y="0"/>
                </a:lnTo>
                <a:cubicBezTo>
                  <a:pt x="5574206" y="0"/>
                  <a:pt x="5608320" y="34114"/>
                  <a:pt x="5608320" y="76196"/>
                </a:cubicBezTo>
                <a:lnTo>
                  <a:pt x="5608320" y="2493649"/>
                </a:lnTo>
                <a:cubicBezTo>
                  <a:pt x="5608320" y="2535731"/>
                  <a:pt x="5574206" y="2569845"/>
                  <a:pt x="5532124" y="2569845"/>
                </a:cubicBezTo>
                <a:lnTo>
                  <a:pt x="76196" y="2569845"/>
                </a:lnTo>
                <a:cubicBezTo>
                  <a:pt x="34114" y="2569845"/>
                  <a:pt x="0" y="2535731"/>
                  <a:pt x="0" y="249364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4A7C59">
                  <a:alpha val="5000"/>
                </a:srgbClr>
              </a:gs>
            </a:gsLst>
            <a:lin ang="2700000" scaled="1"/>
          </a:gradFill>
          <a:ln w="10160">
            <a:solidFill>
              <a:srgbClr val="4A7C59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7470" y="1684020"/>
            <a:ext cx="522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Responsibility Management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27470" y="21412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48914" y="22745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21" name="Text 19"/>
          <p:cNvSpPr/>
          <p:nvPr/>
        </p:nvSpPr>
        <p:spPr>
          <a:xfrm>
            <a:off x="7037070" y="216027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37070" y="2388870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delivery &amp; coding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27470" y="27508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537007" y="288417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25" name="Text 23"/>
          <p:cNvSpPr/>
          <p:nvPr/>
        </p:nvSpPr>
        <p:spPr>
          <a:xfrm>
            <a:off x="7037070" y="2769870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37070" y="2998470"/>
            <a:ext cx="170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&amp; deployment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27470" y="3402330"/>
            <a:ext cx="5143500" cy="7620"/>
          </a:xfrm>
          <a:custGeom>
            <a:avLst/>
            <a:gdLst/>
            <a:ahLst/>
            <a:cxnLst/>
            <a:rect l="l" t="t" r="r" b="b"/>
            <a:pathLst>
              <a:path w="5143500" h="7620">
                <a:moveTo>
                  <a:pt x="0" y="0"/>
                </a:moveTo>
                <a:lnTo>
                  <a:pt x="5143500" y="0"/>
                </a:lnTo>
                <a:lnTo>
                  <a:pt x="51435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C8C8C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46520" y="35890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3558541"/>
            <a:ext cx="497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Maintained seamless compliance across both domains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5060" y="4217671"/>
            <a:ext cx="5608320" cy="2255520"/>
          </a:xfrm>
          <a:custGeom>
            <a:avLst/>
            <a:gdLst/>
            <a:ahLst/>
            <a:cxnLst/>
            <a:rect l="l" t="t" r="r" b="b"/>
            <a:pathLst>
              <a:path w="5608320" h="2255520">
                <a:moveTo>
                  <a:pt x="76191" y="0"/>
                </a:moveTo>
                <a:lnTo>
                  <a:pt x="5532129" y="0"/>
                </a:lnTo>
                <a:cubicBezTo>
                  <a:pt x="5574208" y="0"/>
                  <a:pt x="5608320" y="34112"/>
                  <a:pt x="5608320" y="76191"/>
                </a:cubicBezTo>
                <a:lnTo>
                  <a:pt x="5608320" y="2179329"/>
                </a:lnTo>
                <a:cubicBezTo>
                  <a:pt x="5608320" y="2221408"/>
                  <a:pt x="5574208" y="2255520"/>
                  <a:pt x="5532129" y="2255520"/>
                </a:cubicBezTo>
                <a:lnTo>
                  <a:pt x="76191" y="2255520"/>
                </a:lnTo>
                <a:cubicBezTo>
                  <a:pt x="34112" y="2255520"/>
                  <a:pt x="0" y="2221408"/>
                  <a:pt x="0" y="2179329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2D2D2D">
              <a:alpha val="40000"/>
            </a:srgbClr>
          </a:solidFill>
          <a:ln w="10160">
            <a:solidFill>
              <a:srgbClr val="8C8C8C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1745" y="462153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89370" y="5040630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Costs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91600" y="462153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A7C5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39225" y="5040630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Work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41745" y="542163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↑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89370" y="5840730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991600" y="542163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A7C5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039225" y="5840730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D9A4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/ Productivity Improvement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Measurable Impact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5600700" cy="1581150"/>
          </a:xfrm>
          <a:custGeom>
            <a:avLst/>
            <a:gdLst/>
            <a:ahLst/>
            <a:cxnLst/>
            <a:rect l="l" t="t" r="r" b="b"/>
            <a:pathLst>
              <a:path w="5600700" h="1581150">
                <a:moveTo>
                  <a:pt x="38100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504954"/>
                </a:lnTo>
                <a:cubicBezTo>
                  <a:pt x="5600700" y="1547036"/>
                  <a:pt x="5566586" y="1581150"/>
                  <a:pt x="552450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1828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16764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Experience Optimization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057400"/>
            <a:ext cx="4514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productivity by ensuring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smooth UI page experience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removing login page from frontend while maintaining robust authentication in backend—streamlining user workflow.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219450"/>
            <a:ext cx="5600700" cy="1581150"/>
          </a:xfrm>
          <a:custGeom>
            <a:avLst/>
            <a:gdLst/>
            <a:ahLst/>
            <a:cxnLst/>
            <a:rect l="l" t="t" r="r" b="b"/>
            <a:pathLst>
              <a:path w="5600700" h="1581150">
                <a:moveTo>
                  <a:pt x="38100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504954"/>
                </a:lnTo>
                <a:cubicBezTo>
                  <a:pt x="5600700" y="1547036"/>
                  <a:pt x="5566586" y="1581150"/>
                  <a:pt x="552450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21945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" y="3448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" y="3600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344805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Platform Development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829050"/>
            <a:ext cx="4514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Developed comprehensive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system platform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Grafana and Prometheus by integrating Python APIs to pass failure logs, CPU usage, and memory usage data.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5060" y="1451610"/>
            <a:ext cx="5608320" cy="3903345"/>
          </a:xfrm>
          <a:custGeom>
            <a:avLst/>
            <a:gdLst/>
            <a:ahLst/>
            <a:cxnLst/>
            <a:rect l="l" t="t" r="r" b="b"/>
            <a:pathLst>
              <a:path w="5608320" h="3903345">
                <a:moveTo>
                  <a:pt x="76193" y="0"/>
                </a:moveTo>
                <a:lnTo>
                  <a:pt x="5532127" y="0"/>
                </a:lnTo>
                <a:cubicBezTo>
                  <a:pt x="5574207" y="0"/>
                  <a:pt x="5608320" y="34113"/>
                  <a:pt x="5608320" y="76193"/>
                </a:cubicBezTo>
                <a:lnTo>
                  <a:pt x="5608320" y="3827152"/>
                </a:lnTo>
                <a:cubicBezTo>
                  <a:pt x="5608320" y="3869232"/>
                  <a:pt x="5574207" y="3903345"/>
                  <a:pt x="5532127" y="3903345"/>
                </a:cubicBezTo>
                <a:lnTo>
                  <a:pt x="76193" y="3903345"/>
                </a:lnTo>
                <a:cubicBezTo>
                  <a:pt x="34113" y="3903345"/>
                  <a:pt x="0" y="3869232"/>
                  <a:pt x="0" y="382715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4A7C59">
                  <a:alpha val="5000"/>
                </a:srgbClr>
              </a:gs>
            </a:gsLst>
            <a:lin ang="2700000" scaled="1"/>
          </a:gradFill>
          <a:ln w="10160">
            <a:solidFill>
              <a:srgbClr val="4A7C59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7470" y="1684020"/>
            <a:ext cx="522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Dashboard Components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27470" y="2141220"/>
            <a:ext cx="5143500" cy="800100"/>
          </a:xfrm>
          <a:custGeom>
            <a:avLst/>
            <a:gdLst/>
            <a:ahLst/>
            <a:cxnLst/>
            <a:rect l="l" t="t" r="r" b="b"/>
            <a:pathLst>
              <a:path w="5143500" h="800100">
                <a:moveTo>
                  <a:pt x="76202" y="0"/>
                </a:moveTo>
                <a:lnTo>
                  <a:pt x="5067298" y="0"/>
                </a:lnTo>
                <a:cubicBezTo>
                  <a:pt x="5109383" y="0"/>
                  <a:pt x="5143500" y="34117"/>
                  <a:pt x="5143500" y="76202"/>
                </a:cubicBezTo>
                <a:lnTo>
                  <a:pt x="5143500" y="723898"/>
                </a:lnTo>
                <a:cubicBezTo>
                  <a:pt x="5143500" y="765983"/>
                  <a:pt x="5109383" y="800100"/>
                  <a:pt x="50672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D2D2D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98920" y="23317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21" name="Text 19"/>
          <p:cNvSpPr/>
          <p:nvPr/>
        </p:nvSpPr>
        <p:spPr>
          <a:xfrm>
            <a:off x="6884670" y="2293620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Failure Logs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79870" y="2598420"/>
            <a:ext cx="490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error tracking and alerting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27470" y="3093720"/>
            <a:ext cx="5143500" cy="800100"/>
          </a:xfrm>
          <a:custGeom>
            <a:avLst/>
            <a:gdLst/>
            <a:ahLst/>
            <a:cxnLst/>
            <a:rect l="l" t="t" r="r" b="b"/>
            <a:pathLst>
              <a:path w="5143500" h="800100">
                <a:moveTo>
                  <a:pt x="76202" y="0"/>
                </a:moveTo>
                <a:lnTo>
                  <a:pt x="5067298" y="0"/>
                </a:lnTo>
                <a:cubicBezTo>
                  <a:pt x="5109383" y="0"/>
                  <a:pt x="5143500" y="34117"/>
                  <a:pt x="5143500" y="76202"/>
                </a:cubicBezTo>
                <a:lnTo>
                  <a:pt x="5143500" y="723898"/>
                </a:lnTo>
                <a:cubicBezTo>
                  <a:pt x="5143500" y="765983"/>
                  <a:pt x="5109383" y="800100"/>
                  <a:pt x="50672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D2D2D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598920" y="32842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5" name="Text 23"/>
          <p:cNvSpPr/>
          <p:nvPr/>
        </p:nvSpPr>
        <p:spPr>
          <a:xfrm>
            <a:off x="6884670" y="3246120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 Usage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79870" y="3550920"/>
            <a:ext cx="490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monitoring and optimization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27470" y="4046220"/>
            <a:ext cx="5143500" cy="800100"/>
          </a:xfrm>
          <a:custGeom>
            <a:avLst/>
            <a:gdLst/>
            <a:ahLst/>
            <a:cxnLst/>
            <a:rect l="l" t="t" r="r" b="b"/>
            <a:pathLst>
              <a:path w="5143500" h="800100">
                <a:moveTo>
                  <a:pt x="76202" y="0"/>
                </a:moveTo>
                <a:lnTo>
                  <a:pt x="5067298" y="0"/>
                </a:lnTo>
                <a:cubicBezTo>
                  <a:pt x="5109383" y="0"/>
                  <a:pt x="5143500" y="34117"/>
                  <a:pt x="5143500" y="76202"/>
                </a:cubicBezTo>
                <a:lnTo>
                  <a:pt x="5143500" y="723898"/>
                </a:lnTo>
                <a:cubicBezTo>
                  <a:pt x="5143500" y="765983"/>
                  <a:pt x="5109383" y="800100"/>
                  <a:pt x="50672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D2D2D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598920" y="42367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40303"/>
                </a:lnTo>
                <a:cubicBezTo>
                  <a:pt x="0" y="42327"/>
                  <a:pt x="1310" y="44053"/>
                  <a:pt x="3006" y="45154"/>
                </a:cubicBezTo>
                <a:cubicBezTo>
                  <a:pt x="6935" y="47714"/>
                  <a:pt x="9525" y="52120"/>
                  <a:pt x="9525" y="57150"/>
                </a:cubicBezTo>
                <a:cubicBezTo>
                  <a:pt x="9525" y="62180"/>
                  <a:pt x="6935" y="66586"/>
                  <a:pt x="3006" y="69146"/>
                </a:cubicBezTo>
                <a:cubicBezTo>
                  <a:pt x="1310" y="70247"/>
                  <a:pt x="0" y="71973"/>
                  <a:pt x="0" y="73997"/>
                </a:cubicBezTo>
                <a:lnTo>
                  <a:pt x="0" y="90488"/>
                </a:lnTo>
                <a:lnTo>
                  <a:pt x="152400" y="90488"/>
                </a:lnTo>
                <a:lnTo>
                  <a:pt x="152400" y="73997"/>
                </a:lnTo>
                <a:cubicBezTo>
                  <a:pt x="152400" y="71973"/>
                  <a:pt x="151090" y="70247"/>
                  <a:pt x="149394" y="69146"/>
                </a:cubicBezTo>
                <a:cubicBezTo>
                  <a:pt x="145465" y="66586"/>
                  <a:pt x="142875" y="62180"/>
                  <a:pt x="142875" y="57150"/>
                </a:cubicBezTo>
                <a:cubicBezTo>
                  <a:pt x="142875" y="52120"/>
                  <a:pt x="145465" y="47714"/>
                  <a:pt x="149394" y="45154"/>
                </a:cubicBezTo>
                <a:cubicBezTo>
                  <a:pt x="151090" y="44053"/>
                  <a:pt x="152400" y="42327"/>
                  <a:pt x="152400" y="40303"/>
                </a:cubicBez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lose/>
                <a:moveTo>
                  <a:pt x="152400" y="123825"/>
                </a:moveTo>
                <a:lnTo>
                  <a:pt x="152400" y="104775"/>
                </a:lnTo>
                <a:lnTo>
                  <a:pt x="0" y="104775"/>
                </a:lnTo>
                <a:lnTo>
                  <a:pt x="0" y="123825"/>
                </a:lnTo>
                <a:cubicBezTo>
                  <a:pt x="0" y="129094"/>
                  <a:pt x="4256" y="133350"/>
                  <a:pt x="9525" y="133350"/>
                </a:cubicBezTo>
                <a:lnTo>
                  <a:pt x="28575" y="133350"/>
                </a:lnTo>
                <a:lnTo>
                  <a:pt x="28575" y="126206"/>
                </a:lnTo>
                <a:cubicBezTo>
                  <a:pt x="28575" y="122247"/>
                  <a:pt x="31760" y="119062"/>
                  <a:pt x="35719" y="119062"/>
                </a:cubicBezTo>
                <a:cubicBezTo>
                  <a:pt x="39678" y="119062"/>
                  <a:pt x="42863" y="122247"/>
                  <a:pt x="42863" y="126206"/>
                </a:cubicBezTo>
                <a:lnTo>
                  <a:pt x="42863" y="133350"/>
                </a:lnTo>
                <a:lnTo>
                  <a:pt x="69056" y="133350"/>
                </a:lnTo>
                <a:lnTo>
                  <a:pt x="69056" y="126206"/>
                </a:lnTo>
                <a:cubicBezTo>
                  <a:pt x="69056" y="122247"/>
                  <a:pt x="72241" y="119062"/>
                  <a:pt x="76200" y="119062"/>
                </a:cubicBezTo>
                <a:cubicBezTo>
                  <a:pt x="80159" y="119062"/>
                  <a:pt x="83344" y="122247"/>
                  <a:pt x="83344" y="126206"/>
                </a:cubicBezTo>
                <a:lnTo>
                  <a:pt x="83344" y="133350"/>
                </a:lnTo>
                <a:lnTo>
                  <a:pt x="109537" y="133350"/>
                </a:lnTo>
                <a:lnTo>
                  <a:pt x="109537" y="126206"/>
                </a:lnTo>
                <a:cubicBezTo>
                  <a:pt x="109537" y="122247"/>
                  <a:pt x="112722" y="119062"/>
                  <a:pt x="116681" y="119062"/>
                </a:cubicBezTo>
                <a:cubicBezTo>
                  <a:pt x="120640" y="119062"/>
                  <a:pt x="123825" y="122247"/>
                  <a:pt x="123825" y="126206"/>
                </a:cubicBezTo>
                <a:lnTo>
                  <a:pt x="123825" y="133350"/>
                </a:ln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close/>
                <a:moveTo>
                  <a:pt x="47625" y="47625"/>
                </a:moveTo>
                <a:lnTo>
                  <a:pt x="47625" y="66675"/>
                </a:lnTo>
                <a:cubicBezTo>
                  <a:pt x="47625" y="71944"/>
                  <a:pt x="43369" y="76200"/>
                  <a:pt x="38100" y="76200"/>
                </a:cubicBezTo>
                <a:cubicBezTo>
                  <a:pt x="32831" y="76200"/>
                  <a:pt x="28575" y="71944"/>
                  <a:pt x="28575" y="66675"/>
                </a:cubicBezTo>
                <a:lnTo>
                  <a:pt x="28575" y="47625"/>
                </a:lnTo>
                <a:cubicBezTo>
                  <a:pt x="28575" y="42356"/>
                  <a:pt x="32831" y="38100"/>
                  <a:pt x="38100" y="38100"/>
                </a:cubicBezTo>
                <a:cubicBezTo>
                  <a:pt x="43369" y="38100"/>
                  <a:pt x="47625" y="42356"/>
                  <a:pt x="47625" y="47625"/>
                </a:cubicBezTo>
                <a:close/>
                <a:moveTo>
                  <a:pt x="85725" y="47625"/>
                </a:moveTo>
                <a:lnTo>
                  <a:pt x="85725" y="66675"/>
                </a:lnTo>
                <a:cubicBezTo>
                  <a:pt x="85725" y="71944"/>
                  <a:pt x="81469" y="76200"/>
                  <a:pt x="76200" y="76200"/>
                </a:cubicBezTo>
                <a:cubicBezTo>
                  <a:pt x="70931" y="76200"/>
                  <a:pt x="66675" y="71944"/>
                  <a:pt x="66675" y="66675"/>
                </a:cubicBezTo>
                <a:lnTo>
                  <a:pt x="66675" y="47625"/>
                </a:lnTo>
                <a:cubicBezTo>
                  <a:pt x="66675" y="42356"/>
                  <a:pt x="70931" y="38100"/>
                  <a:pt x="76200" y="38100"/>
                </a:cubicBezTo>
                <a:cubicBezTo>
                  <a:pt x="81469" y="38100"/>
                  <a:pt x="85725" y="42356"/>
                  <a:pt x="85725" y="47625"/>
                </a:cubicBezTo>
                <a:close/>
                <a:moveTo>
                  <a:pt x="123825" y="47625"/>
                </a:moveTo>
                <a:lnTo>
                  <a:pt x="123825" y="66675"/>
                </a:lnTo>
                <a:cubicBezTo>
                  <a:pt x="123825" y="71944"/>
                  <a:pt x="119569" y="76200"/>
                  <a:pt x="114300" y="76200"/>
                </a:cubicBezTo>
                <a:cubicBezTo>
                  <a:pt x="109031" y="76200"/>
                  <a:pt x="104775" y="71944"/>
                  <a:pt x="104775" y="66675"/>
                </a:cubicBezTo>
                <a:lnTo>
                  <a:pt x="104775" y="47625"/>
                </a:lnTo>
                <a:cubicBezTo>
                  <a:pt x="104775" y="42356"/>
                  <a:pt x="109031" y="38100"/>
                  <a:pt x="114300" y="38100"/>
                </a:cubicBezTo>
                <a:cubicBezTo>
                  <a:pt x="119569" y="38100"/>
                  <a:pt x="123825" y="42356"/>
                  <a:pt x="123825" y="47625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29" name="Text 27"/>
          <p:cNvSpPr/>
          <p:nvPr/>
        </p:nvSpPr>
        <p:spPr>
          <a:xfrm>
            <a:off x="6884670" y="419862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Usage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79870" y="4503420"/>
            <a:ext cx="490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utilization tracking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5060" y="5551171"/>
            <a:ext cx="5608320" cy="922020"/>
          </a:xfrm>
          <a:custGeom>
            <a:avLst/>
            <a:gdLst/>
            <a:ahLst/>
            <a:cxnLst/>
            <a:rect l="l" t="t" r="r" b="b"/>
            <a:pathLst>
              <a:path w="5608320" h="922020">
                <a:moveTo>
                  <a:pt x="76196" y="0"/>
                </a:moveTo>
                <a:lnTo>
                  <a:pt x="5532124" y="0"/>
                </a:lnTo>
                <a:cubicBezTo>
                  <a:pt x="5574206" y="0"/>
                  <a:pt x="5608320" y="34114"/>
                  <a:pt x="5608320" y="76196"/>
                </a:cubicBezTo>
                <a:lnTo>
                  <a:pt x="5608320" y="845824"/>
                </a:lnTo>
                <a:cubicBezTo>
                  <a:pt x="5608320" y="887906"/>
                  <a:pt x="5574206" y="922020"/>
                  <a:pt x="5532124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2D2D2D">
              <a:alpha val="40000"/>
            </a:srgbClr>
          </a:solidFill>
          <a:ln w="10160">
            <a:solidFill>
              <a:srgbClr val="8C8C8C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9370" y="5745480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Stack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89370" y="6012180"/>
            <a:ext cx="2771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APIs + Grafana + Prometheus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079481" y="574548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246168" y="589788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-14287"/>
                </a:moveTo>
                <a:cubicBezTo>
                  <a:pt x="65053" y="-14287"/>
                  <a:pt x="71438" y="-7903"/>
                  <a:pt x="71438" y="0"/>
                </a:cubicBezTo>
                <a:lnTo>
                  <a:pt x="71438" y="42863"/>
                </a:lnTo>
                <a:lnTo>
                  <a:pt x="128588" y="42863"/>
                </a:lnTo>
                <a:lnTo>
                  <a:pt x="128588" y="0"/>
                </a:lnTo>
                <a:cubicBezTo>
                  <a:pt x="128588" y="-7903"/>
                  <a:pt x="134972" y="-14287"/>
                  <a:pt x="142875" y="-14287"/>
                </a:cubicBezTo>
                <a:cubicBezTo>
                  <a:pt x="150778" y="-14287"/>
                  <a:pt x="157163" y="-7903"/>
                  <a:pt x="157163" y="0"/>
                </a:cubicBezTo>
                <a:lnTo>
                  <a:pt x="157163" y="42863"/>
                </a:ln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cubicBezTo>
                  <a:pt x="200025" y="65053"/>
                  <a:pt x="193640" y="71438"/>
                  <a:pt x="185738" y="71438"/>
                </a:cubicBezTo>
                <a:lnTo>
                  <a:pt x="185738" y="100013"/>
                </a:lnTo>
                <a:cubicBezTo>
                  <a:pt x="185738" y="142473"/>
                  <a:pt x="154841" y="177745"/>
                  <a:pt x="114300" y="184532"/>
                </a:cubicBezTo>
                <a:lnTo>
                  <a:pt x="114300" y="214313"/>
                </a:lnTo>
                <a:cubicBezTo>
                  <a:pt x="114300" y="222215"/>
                  <a:pt x="107915" y="228600"/>
                  <a:pt x="100013" y="228600"/>
                </a:cubicBezTo>
                <a:cubicBezTo>
                  <a:pt x="92110" y="228600"/>
                  <a:pt x="85725" y="222215"/>
                  <a:pt x="85725" y="214313"/>
                </a:cubicBezTo>
                <a:lnTo>
                  <a:pt x="85725" y="184532"/>
                </a:lnTo>
                <a:cubicBezTo>
                  <a:pt x="45184" y="177745"/>
                  <a:pt x="14288" y="142473"/>
                  <a:pt x="14288" y="100013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lnTo>
                  <a:pt x="42863" y="0"/>
                </a:lnTo>
                <a:cubicBezTo>
                  <a:pt x="42863" y="-7903"/>
                  <a:pt x="49247" y="-14287"/>
                  <a:pt x="57150" y="-14287"/>
                </a:cubicBezTo>
                <a:close/>
              </a:path>
            </a:pathLst>
          </a:custGeom>
          <a:solidFill>
            <a:srgbClr val="D9A443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D9A4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/ Upskilling &amp; Growth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Rapid Capability Development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7534275" cy="1333500"/>
          </a:xfrm>
          <a:custGeom>
            <a:avLst/>
            <a:gdLst/>
            <a:ahLst/>
            <a:cxnLst/>
            <a:rect l="l" t="t" r="r" b="b"/>
            <a:pathLst>
              <a:path w="7534275" h="1333500">
                <a:moveTo>
                  <a:pt x="38100" y="0"/>
                </a:moveTo>
                <a:lnTo>
                  <a:pt x="7458079" y="0"/>
                </a:lnTo>
                <a:cubicBezTo>
                  <a:pt x="7500161" y="0"/>
                  <a:pt x="7534275" y="34114"/>
                  <a:pt x="7534275" y="76196"/>
                </a:cubicBezTo>
                <a:lnTo>
                  <a:pt x="7534275" y="1257304"/>
                </a:lnTo>
                <a:cubicBezTo>
                  <a:pt x="7534275" y="1299386"/>
                  <a:pt x="7500161" y="1333500"/>
                  <a:pt x="7458079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1828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1676400"/>
            <a:ext cx="6467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Fullstack Transition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057400"/>
            <a:ext cx="6448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Rapidly transitioned to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Fullstack development (Python/React)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post-maternity to meet critical project demands, demonstrating exceptional adaptability and commitment.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971800"/>
            <a:ext cx="7534275" cy="1333500"/>
          </a:xfrm>
          <a:custGeom>
            <a:avLst/>
            <a:gdLst/>
            <a:ahLst/>
            <a:cxnLst/>
            <a:rect l="l" t="t" r="r" b="b"/>
            <a:pathLst>
              <a:path w="7534275" h="1333500">
                <a:moveTo>
                  <a:pt x="38100" y="0"/>
                </a:moveTo>
                <a:lnTo>
                  <a:pt x="7458079" y="0"/>
                </a:lnTo>
                <a:cubicBezTo>
                  <a:pt x="7500161" y="0"/>
                  <a:pt x="7534275" y="34114"/>
                  <a:pt x="7534275" y="76196"/>
                </a:cubicBezTo>
                <a:lnTo>
                  <a:pt x="7534275" y="1257304"/>
                </a:lnTo>
                <a:cubicBezTo>
                  <a:pt x="7534275" y="1299386"/>
                  <a:pt x="7500161" y="1333500"/>
                  <a:pt x="7458079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29718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" y="3200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" y="3352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3200400"/>
            <a:ext cx="6467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MLOps Expertise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581400"/>
            <a:ext cx="6448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Acquired niche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MLOps expertise (Kubeflow, Feast)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advanced AWS infrastructure management capabilities independently, expanding technical depth.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495800"/>
            <a:ext cx="7534275" cy="1333500"/>
          </a:xfrm>
          <a:custGeom>
            <a:avLst/>
            <a:gdLst/>
            <a:ahLst/>
            <a:cxnLst/>
            <a:rect l="l" t="t" r="r" b="b"/>
            <a:pathLst>
              <a:path w="7534275" h="1333500">
                <a:moveTo>
                  <a:pt x="38100" y="0"/>
                </a:moveTo>
                <a:lnTo>
                  <a:pt x="7458079" y="0"/>
                </a:lnTo>
                <a:cubicBezTo>
                  <a:pt x="7500161" y="0"/>
                  <a:pt x="7534275" y="34114"/>
                  <a:pt x="7534275" y="76196"/>
                </a:cubicBezTo>
                <a:lnTo>
                  <a:pt x="7534275" y="1257304"/>
                </a:lnTo>
                <a:cubicBezTo>
                  <a:pt x="7534275" y="1299386"/>
                  <a:pt x="7500161" y="1333500"/>
                  <a:pt x="7458079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44958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4724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85813" y="4876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4724400"/>
            <a:ext cx="6467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Tools Mastery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5105400"/>
            <a:ext cx="6448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Upskilled 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tools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build comprehensive dashboards, enhancing operational visibility and system reliability.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31731" y="1451610"/>
            <a:ext cx="3674745" cy="3903345"/>
          </a:xfrm>
          <a:custGeom>
            <a:avLst/>
            <a:gdLst/>
            <a:ahLst/>
            <a:cxnLst/>
            <a:rect l="l" t="t" r="r" b="b"/>
            <a:pathLst>
              <a:path w="3674745" h="3903345">
                <a:moveTo>
                  <a:pt x="76214" y="0"/>
                </a:moveTo>
                <a:lnTo>
                  <a:pt x="3598531" y="0"/>
                </a:lnTo>
                <a:cubicBezTo>
                  <a:pt x="3640623" y="0"/>
                  <a:pt x="3674745" y="34122"/>
                  <a:pt x="3674745" y="76214"/>
                </a:cubicBezTo>
                <a:lnTo>
                  <a:pt x="3674745" y="3827131"/>
                </a:lnTo>
                <a:cubicBezTo>
                  <a:pt x="3674745" y="3869223"/>
                  <a:pt x="3640623" y="3903345"/>
                  <a:pt x="3598531" y="3903345"/>
                </a:cubicBezTo>
                <a:lnTo>
                  <a:pt x="76214" y="3903345"/>
                </a:lnTo>
                <a:cubicBezTo>
                  <a:pt x="34122" y="3903345"/>
                  <a:pt x="0" y="3869223"/>
                  <a:pt x="0" y="3827131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4A7C59">
                  <a:alpha val="5000"/>
                </a:srgbClr>
              </a:gs>
            </a:gsLst>
            <a:lin ang="2700000" scaled="1"/>
          </a:gradFill>
          <a:ln w="10160">
            <a:solidFill>
              <a:srgbClr val="4A7C59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4141" y="1684020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Skills Acquired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64141" y="214122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7C59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460581" y="222694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27" name="Text 25"/>
          <p:cNvSpPr/>
          <p:nvPr/>
        </p:nvSpPr>
        <p:spPr>
          <a:xfrm>
            <a:off x="8783241" y="217932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64141" y="25603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7C59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460581" y="26460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30" name="Text 28"/>
          <p:cNvSpPr/>
          <p:nvPr/>
        </p:nvSpPr>
        <p:spPr>
          <a:xfrm>
            <a:off x="8783241" y="2598423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64141" y="29794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7C59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460581" y="30651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33" name="Text 31"/>
          <p:cNvSpPr/>
          <p:nvPr/>
        </p:nvSpPr>
        <p:spPr>
          <a:xfrm>
            <a:off x="8783241" y="3017523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Kubeflow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64141" y="33985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7C59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460581" y="34842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36" name="Text 34"/>
          <p:cNvSpPr/>
          <p:nvPr/>
        </p:nvSpPr>
        <p:spPr>
          <a:xfrm>
            <a:off x="8783241" y="3436623"/>
            <a:ext cx="41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Feast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64141" y="38176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7C59">
              <a:alpha val="3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460581" y="39033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39" name="Text 37"/>
          <p:cNvSpPr/>
          <p:nvPr/>
        </p:nvSpPr>
        <p:spPr>
          <a:xfrm>
            <a:off x="8783241" y="3855723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Infrastructure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64141" y="42367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7C59">
              <a:alpha val="3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460581" y="43224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42" name="Text 40"/>
          <p:cNvSpPr/>
          <p:nvPr/>
        </p:nvSpPr>
        <p:spPr>
          <a:xfrm>
            <a:off x="8783241" y="4274823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Grafana/Prometheus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31731" y="5551169"/>
            <a:ext cx="3674745" cy="922020"/>
          </a:xfrm>
          <a:custGeom>
            <a:avLst/>
            <a:gdLst/>
            <a:ahLst/>
            <a:cxnLst/>
            <a:rect l="l" t="t" r="r" b="b"/>
            <a:pathLst>
              <a:path w="3674745" h="922020">
                <a:moveTo>
                  <a:pt x="76196" y="0"/>
                </a:moveTo>
                <a:lnTo>
                  <a:pt x="3598549" y="0"/>
                </a:lnTo>
                <a:cubicBezTo>
                  <a:pt x="3640631" y="0"/>
                  <a:pt x="3674745" y="34114"/>
                  <a:pt x="3674745" y="76196"/>
                </a:cubicBezTo>
                <a:lnTo>
                  <a:pt x="3674745" y="845824"/>
                </a:lnTo>
                <a:cubicBezTo>
                  <a:pt x="3674745" y="887906"/>
                  <a:pt x="3640631" y="922020"/>
                  <a:pt x="3598549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2D2D2D">
              <a:alpha val="40000"/>
            </a:srgbClr>
          </a:solidFill>
          <a:ln w="10160">
            <a:solidFill>
              <a:srgbClr val="8C8C8C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26041" y="574548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464153" y="589788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46" name="Text 44"/>
          <p:cNvSpPr/>
          <p:nvPr/>
        </p:nvSpPr>
        <p:spPr>
          <a:xfrm>
            <a:off x="9011841" y="5764532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Approach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011841" y="5993132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&amp; Self-Driven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D9A4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/ Customer Satisfaction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Business Continuity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5600700" cy="1581150"/>
          </a:xfrm>
          <a:custGeom>
            <a:avLst/>
            <a:gdLst/>
            <a:ahLst/>
            <a:cxnLst/>
            <a:rect l="l" t="t" r="r" b="b"/>
            <a:pathLst>
              <a:path w="5600700" h="1581150">
                <a:moveTo>
                  <a:pt x="38100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504954"/>
                </a:lnTo>
                <a:cubicBezTo>
                  <a:pt x="5600700" y="1547036"/>
                  <a:pt x="5566586" y="1581150"/>
                  <a:pt x="552450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5813" y="1828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0060" y="38040"/>
                </a:moveTo>
                <a:lnTo>
                  <a:pt x="68000" y="95905"/>
                </a:lnTo>
                <a:cubicBezTo>
                  <a:pt x="65946" y="98182"/>
                  <a:pt x="66035" y="101709"/>
                  <a:pt x="68223" y="103897"/>
                </a:cubicBezTo>
                <a:cubicBezTo>
                  <a:pt x="81841" y="117515"/>
                  <a:pt x="103942" y="117515"/>
                  <a:pt x="117559" y="103897"/>
                </a:cubicBezTo>
                <a:lnTo>
                  <a:pt x="131758" y="89699"/>
                </a:lnTo>
                <a:cubicBezTo>
                  <a:pt x="133633" y="87823"/>
                  <a:pt x="135999" y="86797"/>
                  <a:pt x="138410" y="86618"/>
                </a:cubicBezTo>
                <a:cubicBezTo>
                  <a:pt x="141446" y="86350"/>
                  <a:pt x="144572" y="87377"/>
                  <a:pt x="146893" y="89699"/>
                </a:cubicBezTo>
                <a:lnTo>
                  <a:pt x="225743" y="167878"/>
                </a:lnTo>
                <a:lnTo>
                  <a:pt x="257175" y="142875"/>
                </a:lnTo>
                <a:lnTo>
                  <a:pt x="257175" y="14288"/>
                </a:lnTo>
                <a:lnTo>
                  <a:pt x="207169" y="42863"/>
                </a:lnTo>
                <a:lnTo>
                  <a:pt x="196542" y="35763"/>
                </a:lnTo>
                <a:cubicBezTo>
                  <a:pt x="189488" y="31075"/>
                  <a:pt x="181228" y="28575"/>
                  <a:pt x="172745" y="28575"/>
                </a:cubicBezTo>
                <a:lnTo>
                  <a:pt x="141312" y="28575"/>
                </a:lnTo>
                <a:cubicBezTo>
                  <a:pt x="140821" y="28575"/>
                  <a:pt x="140285" y="28575"/>
                  <a:pt x="139794" y="28620"/>
                </a:cubicBezTo>
                <a:cubicBezTo>
                  <a:pt x="132249" y="29021"/>
                  <a:pt x="125150" y="32415"/>
                  <a:pt x="120060" y="38040"/>
                </a:cubicBezTo>
                <a:close/>
                <a:moveTo>
                  <a:pt x="52060" y="81573"/>
                </a:moveTo>
                <a:lnTo>
                  <a:pt x="99745" y="28575"/>
                </a:lnTo>
                <a:lnTo>
                  <a:pt x="82064" y="28575"/>
                </a:lnTo>
                <a:cubicBezTo>
                  <a:pt x="70678" y="28575"/>
                  <a:pt x="59784" y="33084"/>
                  <a:pt x="51748" y="41121"/>
                </a:cubicBezTo>
                <a:lnTo>
                  <a:pt x="50006" y="42863"/>
                </a:lnTo>
                <a:lnTo>
                  <a:pt x="0" y="14288"/>
                </a:lnTo>
                <a:lnTo>
                  <a:pt x="0" y="142875"/>
                </a:lnTo>
                <a:lnTo>
                  <a:pt x="69830" y="201052"/>
                </a:lnTo>
                <a:cubicBezTo>
                  <a:pt x="80099" y="209624"/>
                  <a:pt x="93047" y="214313"/>
                  <a:pt x="106397" y="214313"/>
                </a:cubicBezTo>
                <a:lnTo>
                  <a:pt x="113407" y="214313"/>
                </a:lnTo>
                <a:lnTo>
                  <a:pt x="110282" y="211187"/>
                </a:lnTo>
                <a:cubicBezTo>
                  <a:pt x="106085" y="206990"/>
                  <a:pt x="106085" y="200204"/>
                  <a:pt x="110282" y="196051"/>
                </a:cubicBezTo>
                <a:cubicBezTo>
                  <a:pt x="114479" y="191899"/>
                  <a:pt x="121265" y="191854"/>
                  <a:pt x="125417" y="196051"/>
                </a:cubicBezTo>
                <a:lnTo>
                  <a:pt x="143723" y="214357"/>
                </a:lnTo>
                <a:lnTo>
                  <a:pt x="147742" y="214357"/>
                </a:lnTo>
                <a:cubicBezTo>
                  <a:pt x="156270" y="214357"/>
                  <a:pt x="164619" y="212437"/>
                  <a:pt x="172209" y="208865"/>
                </a:cubicBezTo>
                <a:lnTo>
                  <a:pt x="160288" y="196900"/>
                </a:lnTo>
                <a:cubicBezTo>
                  <a:pt x="156091" y="192703"/>
                  <a:pt x="156091" y="185916"/>
                  <a:pt x="160288" y="181764"/>
                </a:cubicBezTo>
                <a:cubicBezTo>
                  <a:pt x="164485" y="177611"/>
                  <a:pt x="171271" y="177567"/>
                  <a:pt x="175424" y="181764"/>
                </a:cubicBezTo>
                <a:lnTo>
                  <a:pt x="189711" y="196051"/>
                </a:lnTo>
                <a:lnTo>
                  <a:pt x="197525" y="188238"/>
                </a:lnTo>
                <a:cubicBezTo>
                  <a:pt x="201498" y="184264"/>
                  <a:pt x="202659" y="178504"/>
                  <a:pt x="200918" y="173459"/>
                </a:cubicBezTo>
                <a:lnTo>
                  <a:pt x="139348" y="112380"/>
                </a:lnTo>
                <a:lnTo>
                  <a:pt x="132695" y="119033"/>
                </a:lnTo>
                <a:cubicBezTo>
                  <a:pt x="110683" y="141044"/>
                  <a:pt x="75054" y="141044"/>
                  <a:pt x="53042" y="119033"/>
                </a:cubicBezTo>
                <a:cubicBezTo>
                  <a:pt x="42773" y="108764"/>
                  <a:pt x="42371" y="92288"/>
                  <a:pt x="52060" y="81528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16764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Cross-Skilling for Coverage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057400"/>
            <a:ext cx="4514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Guaranteed business continuity by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cross-skilling to cover work of team members during absence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ensuring zero impact on deliverables and maintaining service levels.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219450"/>
            <a:ext cx="5600700" cy="1581150"/>
          </a:xfrm>
          <a:custGeom>
            <a:avLst/>
            <a:gdLst/>
            <a:ahLst/>
            <a:cxnLst/>
            <a:rect l="l" t="t" r="r" b="b"/>
            <a:pathLst>
              <a:path w="5600700" h="1581150">
                <a:moveTo>
                  <a:pt x="38100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504954"/>
                </a:lnTo>
                <a:cubicBezTo>
                  <a:pt x="5600700" y="1547036"/>
                  <a:pt x="5566586" y="1581150"/>
                  <a:pt x="552450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21945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" y="3448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" y="3600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344805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Proactive Support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829050"/>
            <a:ext cx="4514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Maintained proactive approach to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supporting team dependencies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filling gaps during critical periods, demonstrating ownership and reliability.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5060" y="1451610"/>
            <a:ext cx="5608320" cy="3903345"/>
          </a:xfrm>
          <a:custGeom>
            <a:avLst/>
            <a:gdLst/>
            <a:ahLst/>
            <a:cxnLst/>
            <a:rect l="l" t="t" r="r" b="b"/>
            <a:pathLst>
              <a:path w="5608320" h="3903345">
                <a:moveTo>
                  <a:pt x="76193" y="0"/>
                </a:moveTo>
                <a:lnTo>
                  <a:pt x="5532127" y="0"/>
                </a:lnTo>
                <a:cubicBezTo>
                  <a:pt x="5574207" y="0"/>
                  <a:pt x="5608320" y="34113"/>
                  <a:pt x="5608320" y="76193"/>
                </a:cubicBezTo>
                <a:lnTo>
                  <a:pt x="5608320" y="3827152"/>
                </a:lnTo>
                <a:cubicBezTo>
                  <a:pt x="5608320" y="3869232"/>
                  <a:pt x="5574207" y="3903345"/>
                  <a:pt x="5532127" y="3903345"/>
                </a:cubicBezTo>
                <a:lnTo>
                  <a:pt x="76193" y="3903345"/>
                </a:lnTo>
                <a:cubicBezTo>
                  <a:pt x="34113" y="3903345"/>
                  <a:pt x="0" y="3869232"/>
                  <a:pt x="0" y="382715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4A7C59">
                  <a:alpha val="5000"/>
                </a:srgbClr>
              </a:gs>
            </a:gsLst>
            <a:lin ang="2700000" scaled="1"/>
          </a:gradFill>
          <a:ln w="10160">
            <a:solidFill>
              <a:srgbClr val="4A7C59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7470" y="1684023"/>
            <a:ext cx="522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Metrics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84595" y="2141223"/>
            <a:ext cx="5429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84607" y="2788923"/>
            <a:ext cx="522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 on Deliverables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89370" y="3055623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During team member absences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27470" y="3478533"/>
            <a:ext cx="5143500" cy="7620"/>
          </a:xfrm>
          <a:custGeom>
            <a:avLst/>
            <a:gdLst/>
            <a:ahLst/>
            <a:cxnLst/>
            <a:rect l="l" t="t" r="r" b="b"/>
            <a:pathLst>
              <a:path w="5143500" h="7620">
                <a:moveTo>
                  <a:pt x="0" y="0"/>
                </a:moveTo>
                <a:lnTo>
                  <a:pt x="5143500" y="0"/>
                </a:lnTo>
                <a:lnTo>
                  <a:pt x="51435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C8C8C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56032" y="3672841"/>
            <a:ext cx="2638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7C5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89370" y="4053841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Continuity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05888" y="3672841"/>
            <a:ext cx="2638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7C5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39225" y="4053841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Levels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5060" y="5551169"/>
            <a:ext cx="5608320" cy="922020"/>
          </a:xfrm>
          <a:custGeom>
            <a:avLst/>
            <a:gdLst/>
            <a:ahLst/>
            <a:cxnLst/>
            <a:rect l="l" t="t" r="r" b="b"/>
            <a:pathLst>
              <a:path w="5608320" h="922020">
                <a:moveTo>
                  <a:pt x="76196" y="0"/>
                </a:moveTo>
                <a:lnTo>
                  <a:pt x="5532124" y="0"/>
                </a:lnTo>
                <a:cubicBezTo>
                  <a:pt x="5574206" y="0"/>
                  <a:pt x="5608320" y="34114"/>
                  <a:pt x="5608320" y="76196"/>
                </a:cubicBezTo>
                <a:lnTo>
                  <a:pt x="5608320" y="845824"/>
                </a:lnTo>
                <a:cubicBezTo>
                  <a:pt x="5608320" y="887906"/>
                  <a:pt x="5574206" y="922020"/>
                  <a:pt x="5532124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2D2D2D">
              <a:alpha val="40000"/>
            </a:srgbClr>
          </a:solidFill>
          <a:ln w="10160">
            <a:solidFill>
              <a:srgbClr val="8C8C8C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89370" y="574548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13195" y="589788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30" name="Text 28"/>
          <p:cNvSpPr/>
          <p:nvPr/>
        </p:nvSpPr>
        <p:spPr>
          <a:xfrm>
            <a:off x="7075170" y="5764532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Strength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75170" y="5993132"/>
            <a:ext cx="216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Reliability &amp; Coverage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D9A4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/ Innovation &amp; Continuous Improvement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Service Enhancement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7534275" cy="1333500"/>
          </a:xfrm>
          <a:custGeom>
            <a:avLst/>
            <a:gdLst/>
            <a:ahLst/>
            <a:cxnLst/>
            <a:rect l="l" t="t" r="r" b="b"/>
            <a:pathLst>
              <a:path w="7534275" h="1333500">
                <a:moveTo>
                  <a:pt x="38100" y="0"/>
                </a:moveTo>
                <a:lnTo>
                  <a:pt x="7458079" y="0"/>
                </a:lnTo>
                <a:cubicBezTo>
                  <a:pt x="7500161" y="0"/>
                  <a:pt x="7534275" y="34114"/>
                  <a:pt x="7534275" y="76196"/>
                </a:cubicBezTo>
                <a:lnTo>
                  <a:pt x="7534275" y="1257304"/>
                </a:lnTo>
                <a:cubicBezTo>
                  <a:pt x="7534275" y="1299386"/>
                  <a:pt x="7500161" y="1333500"/>
                  <a:pt x="7458079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8675" y="18288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1676400"/>
            <a:ext cx="6467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MLOps Page Improvement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057400"/>
            <a:ext cx="6448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Conducted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troubleshooting and idea generation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service improvement on the MLOps page in LEXI UI, identifying optimization opportunities and enhancing user experience.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971800"/>
            <a:ext cx="7534275" cy="1333500"/>
          </a:xfrm>
          <a:custGeom>
            <a:avLst/>
            <a:gdLst/>
            <a:ahLst/>
            <a:cxnLst/>
            <a:rect l="l" t="t" r="r" b="b"/>
            <a:pathLst>
              <a:path w="7534275" h="1333500">
                <a:moveTo>
                  <a:pt x="38100" y="0"/>
                </a:moveTo>
                <a:lnTo>
                  <a:pt x="7458079" y="0"/>
                </a:lnTo>
                <a:cubicBezTo>
                  <a:pt x="7500161" y="0"/>
                  <a:pt x="7534275" y="34114"/>
                  <a:pt x="7534275" y="76196"/>
                </a:cubicBezTo>
                <a:lnTo>
                  <a:pt x="7534275" y="1257304"/>
                </a:lnTo>
                <a:cubicBezTo>
                  <a:pt x="7534275" y="1299386"/>
                  <a:pt x="7500161" y="1333500"/>
                  <a:pt x="7458079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29718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" y="3200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85813" y="3352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3200400"/>
            <a:ext cx="6467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Gap Resolution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581400"/>
            <a:ext cx="6448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gaps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designed a centralized dashboard to improve operational visibility, enabling proactive issue detection and faster resolution.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495800"/>
            <a:ext cx="7534275" cy="1333500"/>
          </a:xfrm>
          <a:custGeom>
            <a:avLst/>
            <a:gdLst/>
            <a:ahLst/>
            <a:cxnLst/>
            <a:rect l="l" t="t" r="r" b="b"/>
            <a:pathLst>
              <a:path w="7534275" h="1333500">
                <a:moveTo>
                  <a:pt x="38100" y="0"/>
                </a:moveTo>
                <a:lnTo>
                  <a:pt x="7458079" y="0"/>
                </a:lnTo>
                <a:cubicBezTo>
                  <a:pt x="7500161" y="0"/>
                  <a:pt x="7534275" y="34114"/>
                  <a:pt x="7534275" y="76196"/>
                </a:cubicBezTo>
                <a:lnTo>
                  <a:pt x="7534275" y="1257304"/>
                </a:lnTo>
                <a:cubicBezTo>
                  <a:pt x="7534275" y="1299386"/>
                  <a:pt x="7500161" y="1333500"/>
                  <a:pt x="7458079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44958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4724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14388" y="48768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228600"/>
                </a:moveTo>
                <a:lnTo>
                  <a:pt x="42863" y="228600"/>
                </a:lnTo>
                <a:cubicBezTo>
                  <a:pt x="19199" y="228600"/>
                  <a:pt x="0" y="209401"/>
                  <a:pt x="0" y="185738"/>
                </a:cubicBezTo>
                <a:lnTo>
                  <a:pt x="0" y="42863"/>
                </a:lnTo>
                <a:cubicBezTo>
                  <a:pt x="0" y="19199"/>
                  <a:pt x="19199" y="0"/>
                  <a:pt x="42863" y="0"/>
                </a:cubicBezTo>
                <a:lnTo>
                  <a:pt x="178594" y="0"/>
                </a:lnTo>
                <a:cubicBezTo>
                  <a:pt x="190426" y="0"/>
                  <a:pt x="200025" y="9599"/>
                  <a:pt x="200025" y="21431"/>
                </a:cubicBezTo>
                <a:lnTo>
                  <a:pt x="200025" y="150019"/>
                </a:lnTo>
                <a:cubicBezTo>
                  <a:pt x="200025" y="159350"/>
                  <a:pt x="194042" y="167298"/>
                  <a:pt x="185738" y="170244"/>
                </a:cubicBez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171450" y="228600"/>
                </a:lnTo>
                <a:close/>
                <a:moveTo>
                  <a:pt x="42863" y="171450"/>
                </a:move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3" y="200025"/>
                </a:cubicBezTo>
                <a:lnTo>
                  <a:pt x="157163" y="200025"/>
                </a:lnTo>
                <a:lnTo>
                  <a:pt x="157163" y="171450"/>
                </a:lnTo>
                <a:lnTo>
                  <a:pt x="42863" y="171450"/>
                </a:lnTo>
                <a:close/>
                <a:moveTo>
                  <a:pt x="57150" y="67866"/>
                </a:moveTo>
                <a:cubicBezTo>
                  <a:pt x="57150" y="73804"/>
                  <a:pt x="61927" y="78581"/>
                  <a:pt x="67866" y="78581"/>
                </a:cubicBezTo>
                <a:lnTo>
                  <a:pt x="146447" y="78581"/>
                </a:lnTo>
                <a:cubicBezTo>
                  <a:pt x="152385" y="78581"/>
                  <a:pt x="157163" y="73804"/>
                  <a:pt x="157163" y="67866"/>
                </a:cubicBezTo>
                <a:cubicBezTo>
                  <a:pt x="157163" y="61927"/>
                  <a:pt x="152385" y="57150"/>
                  <a:pt x="146447" y="57150"/>
                </a:cubicBezTo>
                <a:lnTo>
                  <a:pt x="67866" y="57150"/>
                </a:lnTo>
                <a:cubicBezTo>
                  <a:pt x="61927" y="57150"/>
                  <a:pt x="57150" y="61927"/>
                  <a:pt x="57150" y="67866"/>
                </a:cubicBezTo>
                <a:close/>
                <a:moveTo>
                  <a:pt x="67866" y="100013"/>
                </a:moveTo>
                <a:cubicBezTo>
                  <a:pt x="61927" y="100013"/>
                  <a:pt x="57150" y="104790"/>
                  <a:pt x="57150" y="110728"/>
                </a:cubicBezTo>
                <a:cubicBezTo>
                  <a:pt x="57150" y="116666"/>
                  <a:pt x="61927" y="121444"/>
                  <a:pt x="67866" y="121444"/>
                </a:cubicBezTo>
                <a:lnTo>
                  <a:pt x="146447" y="121444"/>
                </a:lnTo>
                <a:cubicBezTo>
                  <a:pt x="152385" y="121444"/>
                  <a:pt x="157163" y="116666"/>
                  <a:pt x="157163" y="110728"/>
                </a:cubicBezTo>
                <a:cubicBezTo>
                  <a:pt x="157163" y="104790"/>
                  <a:pt x="152385" y="100013"/>
                  <a:pt x="146447" y="100013"/>
                </a:cubicBezTo>
                <a:lnTo>
                  <a:pt x="67866" y="100013"/>
                </a:ln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4724400"/>
            <a:ext cx="6467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&amp; Knowledge Innovation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5105400"/>
            <a:ext cx="6448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deployment efficiency through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guides and diagrams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establishing standardized processes and knowledge sharing practices.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31731" y="1451610"/>
            <a:ext cx="3674745" cy="3903345"/>
          </a:xfrm>
          <a:custGeom>
            <a:avLst/>
            <a:gdLst/>
            <a:ahLst/>
            <a:cxnLst/>
            <a:rect l="l" t="t" r="r" b="b"/>
            <a:pathLst>
              <a:path w="3674745" h="3903345">
                <a:moveTo>
                  <a:pt x="76214" y="0"/>
                </a:moveTo>
                <a:lnTo>
                  <a:pt x="3598531" y="0"/>
                </a:lnTo>
                <a:cubicBezTo>
                  <a:pt x="3640623" y="0"/>
                  <a:pt x="3674745" y="34122"/>
                  <a:pt x="3674745" y="76214"/>
                </a:cubicBezTo>
                <a:lnTo>
                  <a:pt x="3674745" y="3827131"/>
                </a:lnTo>
                <a:cubicBezTo>
                  <a:pt x="3674745" y="3869223"/>
                  <a:pt x="3640623" y="3903345"/>
                  <a:pt x="3598531" y="3903345"/>
                </a:cubicBezTo>
                <a:lnTo>
                  <a:pt x="76214" y="3903345"/>
                </a:lnTo>
                <a:cubicBezTo>
                  <a:pt x="34122" y="3903345"/>
                  <a:pt x="0" y="3869223"/>
                  <a:pt x="0" y="3827131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4A7C59">
                  <a:alpha val="5000"/>
                </a:srgbClr>
              </a:gs>
            </a:gsLst>
            <a:lin ang="2700000" scaled="1"/>
          </a:gradFill>
          <a:ln w="10160">
            <a:solidFill>
              <a:srgbClr val="4A7C59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4141" y="1684023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Innovation Areas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64141" y="2141223"/>
            <a:ext cx="3209925" cy="800100"/>
          </a:xfrm>
          <a:custGeom>
            <a:avLst/>
            <a:gdLst/>
            <a:ahLst/>
            <a:cxnLst/>
            <a:rect l="l" t="t" r="r" b="b"/>
            <a:pathLst>
              <a:path w="3209925" h="800100">
                <a:moveTo>
                  <a:pt x="76202" y="0"/>
                </a:moveTo>
                <a:lnTo>
                  <a:pt x="3133723" y="0"/>
                </a:lnTo>
                <a:cubicBezTo>
                  <a:pt x="3175808" y="0"/>
                  <a:pt x="3209925" y="34117"/>
                  <a:pt x="3209925" y="76202"/>
                </a:cubicBezTo>
                <a:lnTo>
                  <a:pt x="3209925" y="723898"/>
                </a:lnTo>
                <a:cubicBezTo>
                  <a:pt x="3209925" y="765983"/>
                  <a:pt x="3175808" y="800100"/>
                  <a:pt x="31337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D2D2D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535591" y="23317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27" name="Text 25"/>
          <p:cNvSpPr/>
          <p:nvPr/>
        </p:nvSpPr>
        <p:spPr>
          <a:xfrm>
            <a:off x="8821341" y="2293623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Troubleshooting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16541" y="2598423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MLOps page optimization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64141" y="3093723"/>
            <a:ext cx="3209925" cy="800100"/>
          </a:xfrm>
          <a:custGeom>
            <a:avLst/>
            <a:gdLst/>
            <a:ahLst/>
            <a:cxnLst/>
            <a:rect l="l" t="t" r="r" b="b"/>
            <a:pathLst>
              <a:path w="3209925" h="800100">
                <a:moveTo>
                  <a:pt x="76202" y="0"/>
                </a:moveTo>
                <a:lnTo>
                  <a:pt x="3133723" y="0"/>
                </a:lnTo>
                <a:cubicBezTo>
                  <a:pt x="3175808" y="0"/>
                  <a:pt x="3209925" y="34117"/>
                  <a:pt x="3209925" y="76202"/>
                </a:cubicBezTo>
                <a:lnTo>
                  <a:pt x="3209925" y="723898"/>
                </a:lnTo>
                <a:cubicBezTo>
                  <a:pt x="3209925" y="765983"/>
                  <a:pt x="3175808" y="800100"/>
                  <a:pt x="31337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D2D2D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535591" y="32842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1" name="Text 29"/>
          <p:cNvSpPr/>
          <p:nvPr/>
        </p:nvSpPr>
        <p:spPr>
          <a:xfrm>
            <a:off x="8821341" y="3246123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16541" y="3550923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dashboard design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64141" y="4046223"/>
            <a:ext cx="3209925" cy="800100"/>
          </a:xfrm>
          <a:custGeom>
            <a:avLst/>
            <a:gdLst/>
            <a:ahLst/>
            <a:cxnLst/>
            <a:rect l="l" t="t" r="r" b="b"/>
            <a:pathLst>
              <a:path w="3209925" h="800100">
                <a:moveTo>
                  <a:pt x="76202" y="0"/>
                </a:moveTo>
                <a:lnTo>
                  <a:pt x="3133723" y="0"/>
                </a:lnTo>
                <a:cubicBezTo>
                  <a:pt x="3175808" y="0"/>
                  <a:pt x="3209925" y="34117"/>
                  <a:pt x="3209925" y="76202"/>
                </a:cubicBezTo>
                <a:lnTo>
                  <a:pt x="3209925" y="723898"/>
                </a:lnTo>
                <a:cubicBezTo>
                  <a:pt x="3209925" y="765983"/>
                  <a:pt x="3175808" y="800100"/>
                  <a:pt x="31337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D2D2D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516541" y="423672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35" name="Text 33"/>
          <p:cNvSpPr/>
          <p:nvPr/>
        </p:nvSpPr>
        <p:spPr>
          <a:xfrm>
            <a:off x="8821341" y="4198623"/>
            <a:ext cx="59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16541" y="4503423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optimization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31731" y="5551169"/>
            <a:ext cx="3674745" cy="922020"/>
          </a:xfrm>
          <a:custGeom>
            <a:avLst/>
            <a:gdLst/>
            <a:ahLst/>
            <a:cxnLst/>
            <a:rect l="l" t="t" r="r" b="b"/>
            <a:pathLst>
              <a:path w="3674745" h="922020">
                <a:moveTo>
                  <a:pt x="76196" y="0"/>
                </a:moveTo>
                <a:lnTo>
                  <a:pt x="3598549" y="0"/>
                </a:lnTo>
                <a:cubicBezTo>
                  <a:pt x="3640631" y="0"/>
                  <a:pt x="3674745" y="34114"/>
                  <a:pt x="3674745" y="76196"/>
                </a:cubicBezTo>
                <a:lnTo>
                  <a:pt x="3674745" y="845824"/>
                </a:lnTo>
                <a:cubicBezTo>
                  <a:pt x="3674745" y="887906"/>
                  <a:pt x="3640631" y="922020"/>
                  <a:pt x="3598549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2D2D2D">
              <a:alpha val="40000"/>
            </a:srgbClr>
          </a:solidFill>
          <a:ln w="10160">
            <a:solidFill>
              <a:srgbClr val="8C8C8C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26041" y="574548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478441" y="58978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40" name="Text 38"/>
          <p:cNvSpPr/>
          <p:nvPr/>
        </p:nvSpPr>
        <p:spPr>
          <a:xfrm>
            <a:off x="9011841" y="5764532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Approach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11841" y="5993132"/>
            <a:ext cx="2324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&amp; Solution-Oriented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D9A4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/ Leadership &amp; Mentorship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Elevating Team Capability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5600700" cy="1581150"/>
          </a:xfrm>
          <a:custGeom>
            <a:avLst/>
            <a:gdLst/>
            <a:ahLst/>
            <a:cxnLst/>
            <a:rect l="l" t="t" r="r" b="b"/>
            <a:pathLst>
              <a:path w="5600700" h="1581150">
                <a:moveTo>
                  <a:pt x="38100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504954"/>
                </a:lnTo>
                <a:cubicBezTo>
                  <a:pt x="5600700" y="1547036"/>
                  <a:pt x="5566586" y="1581150"/>
                  <a:pt x="552450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1525" y="18288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57150" y="42863"/>
                </a:moveTo>
                <a:cubicBezTo>
                  <a:pt x="57150" y="27102"/>
                  <a:pt x="69964" y="14288"/>
                  <a:pt x="85725" y="14288"/>
                </a:cubicBezTo>
                <a:lnTo>
                  <a:pt x="242888" y="14288"/>
                </a:lnTo>
                <a:cubicBezTo>
                  <a:pt x="258648" y="14288"/>
                  <a:pt x="271463" y="27102"/>
                  <a:pt x="271463" y="42863"/>
                </a:cubicBezTo>
                <a:lnTo>
                  <a:pt x="271463" y="150019"/>
                </a:lnTo>
                <a:lnTo>
                  <a:pt x="228600" y="150019"/>
                </a:lnTo>
                <a:lnTo>
                  <a:pt x="228600" y="142875"/>
                </a:lnTo>
                <a:cubicBezTo>
                  <a:pt x="228600" y="134972"/>
                  <a:pt x="222215" y="128588"/>
                  <a:pt x="214313" y="128588"/>
                </a:cubicBezTo>
                <a:lnTo>
                  <a:pt x="185738" y="128588"/>
                </a:lnTo>
                <a:cubicBezTo>
                  <a:pt x="177835" y="128588"/>
                  <a:pt x="171450" y="134972"/>
                  <a:pt x="171450" y="142875"/>
                </a:cubicBezTo>
                <a:lnTo>
                  <a:pt x="171450" y="150019"/>
                </a:lnTo>
                <a:lnTo>
                  <a:pt x="113809" y="150019"/>
                </a:lnTo>
                <a:cubicBezTo>
                  <a:pt x="118676" y="141625"/>
                  <a:pt x="121444" y="131847"/>
                  <a:pt x="121444" y="121444"/>
                </a:cubicBezTo>
                <a:cubicBezTo>
                  <a:pt x="121444" y="89877"/>
                  <a:pt x="95860" y="64294"/>
                  <a:pt x="64294" y="64294"/>
                </a:cubicBezTo>
                <a:cubicBezTo>
                  <a:pt x="61883" y="64294"/>
                  <a:pt x="59472" y="64428"/>
                  <a:pt x="57150" y="64740"/>
                </a:cubicBezTo>
                <a:lnTo>
                  <a:pt x="57150" y="42863"/>
                </a:lnTo>
                <a:close/>
                <a:moveTo>
                  <a:pt x="148679" y="200025"/>
                </a:moveTo>
                <a:cubicBezTo>
                  <a:pt x="146402" y="189220"/>
                  <a:pt x="141402" y="179442"/>
                  <a:pt x="134347" y="171450"/>
                </a:cubicBezTo>
                <a:lnTo>
                  <a:pt x="271463" y="171450"/>
                </a:lnTo>
                <a:cubicBezTo>
                  <a:pt x="271463" y="187211"/>
                  <a:pt x="258648" y="200025"/>
                  <a:pt x="242888" y="200025"/>
                </a:cubicBezTo>
                <a:lnTo>
                  <a:pt x="148679" y="200025"/>
                </a:lnTo>
                <a:close/>
                <a:moveTo>
                  <a:pt x="28575" y="121444"/>
                </a:moveTo>
                <a:cubicBezTo>
                  <a:pt x="28575" y="101730"/>
                  <a:pt x="44580" y="85725"/>
                  <a:pt x="64294" y="85725"/>
                </a:cubicBezTo>
                <a:cubicBezTo>
                  <a:pt x="84007" y="85725"/>
                  <a:pt x="100013" y="101730"/>
                  <a:pt x="100013" y="121444"/>
                </a:cubicBezTo>
                <a:cubicBezTo>
                  <a:pt x="100013" y="141157"/>
                  <a:pt x="84007" y="157163"/>
                  <a:pt x="64294" y="157163"/>
                </a:cubicBezTo>
                <a:cubicBezTo>
                  <a:pt x="44580" y="157163"/>
                  <a:pt x="28575" y="141157"/>
                  <a:pt x="28575" y="121444"/>
                </a:cubicBezTo>
                <a:close/>
                <a:moveTo>
                  <a:pt x="0" y="214313"/>
                </a:moveTo>
                <a:cubicBezTo>
                  <a:pt x="0" y="190649"/>
                  <a:pt x="19199" y="171450"/>
                  <a:pt x="42863" y="171450"/>
                </a:cubicBezTo>
                <a:lnTo>
                  <a:pt x="85725" y="171450"/>
                </a:lnTo>
                <a:cubicBezTo>
                  <a:pt x="109389" y="171450"/>
                  <a:pt x="128588" y="190649"/>
                  <a:pt x="128588" y="214313"/>
                </a:cubicBezTo>
                <a:cubicBezTo>
                  <a:pt x="128588" y="222215"/>
                  <a:pt x="122203" y="228600"/>
                  <a:pt x="114300" y="228600"/>
                </a:cubicBezTo>
                <a:lnTo>
                  <a:pt x="14288" y="228600"/>
                </a:lnTo>
                <a:cubicBezTo>
                  <a:pt x="6385" y="228600"/>
                  <a:pt x="0" y="222215"/>
                  <a:pt x="0" y="214313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16764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Team Guidance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057400"/>
            <a:ext cx="4514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guidance to external teams on deployment activities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sharing expertise and ensuring successful implementation across organizational boundaries.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219450"/>
            <a:ext cx="5600700" cy="1581150"/>
          </a:xfrm>
          <a:custGeom>
            <a:avLst/>
            <a:gdLst/>
            <a:ahLst/>
            <a:cxnLst/>
            <a:rect l="l" t="t" r="r" b="b"/>
            <a:pathLst>
              <a:path w="5600700" h="1581150">
                <a:moveTo>
                  <a:pt x="38100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504954"/>
                </a:lnTo>
                <a:cubicBezTo>
                  <a:pt x="5600700" y="1547036"/>
                  <a:pt x="5566586" y="1581150"/>
                  <a:pt x="552450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21945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" y="3448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" y="3600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344805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Operations Management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829050"/>
            <a:ext cx="4514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managed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operations including task assignment, WSRs, and Scrums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ensuring efficient workflow and clear communication.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0300" y="1447800"/>
            <a:ext cx="5600700" cy="1581150"/>
          </a:xfrm>
          <a:custGeom>
            <a:avLst/>
            <a:gdLst/>
            <a:ahLst/>
            <a:cxnLst/>
            <a:rect l="l" t="t" r="r" b="b"/>
            <a:pathLst>
              <a:path w="5600700" h="1581150">
                <a:moveTo>
                  <a:pt x="38100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504954"/>
                </a:lnTo>
                <a:cubicBezTo>
                  <a:pt x="5600700" y="1547036"/>
                  <a:pt x="5566586" y="1581150"/>
                  <a:pt x="552450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210300" y="144780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57950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624638" y="18288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7737" y="-5804"/>
                </a:moveTo>
                <a:cubicBezTo>
                  <a:pt x="102647" y="-6831"/>
                  <a:pt x="97423" y="-6831"/>
                  <a:pt x="92333" y="-5804"/>
                </a:cubicBezTo>
                <a:lnTo>
                  <a:pt x="8617" y="10939"/>
                </a:lnTo>
                <a:cubicBezTo>
                  <a:pt x="3617" y="11921"/>
                  <a:pt x="0" y="16341"/>
                  <a:pt x="0" y="21431"/>
                </a:cubicBezTo>
                <a:cubicBezTo>
                  <a:pt x="0" y="26030"/>
                  <a:pt x="2902" y="30048"/>
                  <a:pt x="7144" y="31522"/>
                </a:cubicBezTo>
                <a:lnTo>
                  <a:pt x="7144" y="64294"/>
                </a:lnTo>
                <a:lnTo>
                  <a:pt x="134" y="99387"/>
                </a:lnTo>
                <a:cubicBezTo>
                  <a:pt x="45" y="99789"/>
                  <a:pt x="0" y="100236"/>
                  <a:pt x="0" y="100682"/>
                </a:cubicBezTo>
                <a:cubicBezTo>
                  <a:pt x="0" y="104254"/>
                  <a:pt x="2902" y="107201"/>
                  <a:pt x="6519" y="107201"/>
                </a:cubicBezTo>
                <a:lnTo>
                  <a:pt x="22101" y="107201"/>
                </a:lnTo>
                <a:cubicBezTo>
                  <a:pt x="25673" y="107201"/>
                  <a:pt x="28620" y="104299"/>
                  <a:pt x="28620" y="100682"/>
                </a:cubicBezTo>
                <a:cubicBezTo>
                  <a:pt x="28620" y="100236"/>
                  <a:pt x="28575" y="99834"/>
                  <a:pt x="28486" y="99387"/>
                </a:cubicBezTo>
                <a:lnTo>
                  <a:pt x="21431" y="64294"/>
                </a:lnTo>
                <a:lnTo>
                  <a:pt x="21431" y="34513"/>
                </a:lnTo>
                <a:lnTo>
                  <a:pt x="42863" y="38799"/>
                </a:lnTo>
                <a:lnTo>
                  <a:pt x="42863" y="64294"/>
                </a:lnTo>
                <a:cubicBezTo>
                  <a:pt x="42863" y="95860"/>
                  <a:pt x="68446" y="121444"/>
                  <a:pt x="100013" y="121444"/>
                </a:cubicBezTo>
                <a:cubicBezTo>
                  <a:pt x="131579" y="121444"/>
                  <a:pt x="157163" y="95860"/>
                  <a:pt x="157163" y="64294"/>
                </a:cubicBezTo>
                <a:lnTo>
                  <a:pt x="157163" y="38799"/>
                </a:lnTo>
                <a:lnTo>
                  <a:pt x="191408" y="31968"/>
                </a:lnTo>
                <a:cubicBezTo>
                  <a:pt x="196408" y="30941"/>
                  <a:pt x="200025" y="26521"/>
                  <a:pt x="200025" y="21431"/>
                </a:cubicBezTo>
                <a:cubicBezTo>
                  <a:pt x="200025" y="16341"/>
                  <a:pt x="196408" y="11921"/>
                  <a:pt x="191408" y="10939"/>
                </a:cubicBezTo>
                <a:lnTo>
                  <a:pt x="107737" y="-5804"/>
                </a:lnTo>
                <a:close/>
                <a:moveTo>
                  <a:pt x="100013" y="100013"/>
                </a:moveTo>
                <a:cubicBezTo>
                  <a:pt x="80278" y="100013"/>
                  <a:pt x="64294" y="84028"/>
                  <a:pt x="64294" y="64294"/>
                </a:cubicBezTo>
                <a:lnTo>
                  <a:pt x="135731" y="64294"/>
                </a:lnTo>
                <a:cubicBezTo>
                  <a:pt x="135731" y="84028"/>
                  <a:pt x="119747" y="100013"/>
                  <a:pt x="100013" y="100013"/>
                </a:cubicBezTo>
                <a:close/>
                <a:moveTo>
                  <a:pt x="53623" y="142920"/>
                </a:moveTo>
                <a:cubicBezTo>
                  <a:pt x="26209" y="155511"/>
                  <a:pt x="7144" y="183193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89297" y="228600"/>
                </a:lnTo>
                <a:lnTo>
                  <a:pt x="89297" y="163413"/>
                </a:lnTo>
                <a:lnTo>
                  <a:pt x="63669" y="144214"/>
                </a:lnTo>
                <a:cubicBezTo>
                  <a:pt x="60767" y="142027"/>
                  <a:pt x="56882" y="141446"/>
                  <a:pt x="53578" y="142964"/>
                </a:cubicBezTo>
                <a:close/>
                <a:moveTo>
                  <a:pt x="110728" y="228600"/>
                </a:move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83193"/>
                  <a:pt x="173816" y="155511"/>
                  <a:pt x="146402" y="142964"/>
                </a:cubicBezTo>
                <a:cubicBezTo>
                  <a:pt x="143098" y="141446"/>
                  <a:pt x="139214" y="142027"/>
                  <a:pt x="136312" y="144214"/>
                </a:cubicBezTo>
                <a:lnTo>
                  <a:pt x="110683" y="163413"/>
                </a:lnTo>
                <a:lnTo>
                  <a:pt x="110683" y="228600"/>
                </a:ln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21" name="Text 19"/>
          <p:cNvSpPr/>
          <p:nvPr/>
        </p:nvSpPr>
        <p:spPr>
          <a:xfrm>
            <a:off x="7143750" y="16764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Peer Mentoring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43750" y="2057400"/>
            <a:ext cx="4514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Mentored peers 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and DevOps best practices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significantly elevating the team's overall technical capability and knowledge sharing culture.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5060" y="3223260"/>
            <a:ext cx="5608320" cy="3436620"/>
          </a:xfrm>
          <a:custGeom>
            <a:avLst/>
            <a:gdLst/>
            <a:ahLst/>
            <a:cxnLst/>
            <a:rect l="l" t="t" r="r" b="b"/>
            <a:pathLst>
              <a:path w="5608320" h="3436620">
                <a:moveTo>
                  <a:pt x="76190" y="0"/>
                </a:moveTo>
                <a:lnTo>
                  <a:pt x="5532130" y="0"/>
                </a:lnTo>
                <a:cubicBezTo>
                  <a:pt x="5574209" y="0"/>
                  <a:pt x="5608320" y="34111"/>
                  <a:pt x="5608320" y="76190"/>
                </a:cubicBezTo>
                <a:lnTo>
                  <a:pt x="5608320" y="3360430"/>
                </a:lnTo>
                <a:cubicBezTo>
                  <a:pt x="5608320" y="3402509"/>
                  <a:pt x="5574209" y="3436620"/>
                  <a:pt x="5532130" y="3436620"/>
                </a:cubicBezTo>
                <a:lnTo>
                  <a:pt x="76190" y="3436620"/>
                </a:lnTo>
                <a:cubicBezTo>
                  <a:pt x="34111" y="3436620"/>
                  <a:pt x="0" y="3402509"/>
                  <a:pt x="0" y="3360430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4A7C59">
                  <a:alpha val="5000"/>
                </a:srgbClr>
              </a:gs>
            </a:gsLst>
            <a:lin ang="2700000" scaled="1"/>
          </a:gradFill>
          <a:ln w="10160">
            <a:solidFill>
              <a:srgbClr val="4A7C59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7470" y="3455673"/>
            <a:ext cx="522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Leadership Areas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27470" y="39128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7C59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22720" y="402717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27" name="Text 25"/>
          <p:cNvSpPr/>
          <p:nvPr/>
        </p:nvSpPr>
        <p:spPr>
          <a:xfrm>
            <a:off x="6922770" y="3989073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Team Support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7470" y="44462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7C59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60820" y="456057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92690" y="9525"/>
                </a:moveTo>
                <a:lnTo>
                  <a:pt x="95250" y="9525"/>
                </a:lnTo>
                <a:cubicBezTo>
                  <a:pt x="105757" y="9525"/>
                  <a:pt x="114300" y="18068"/>
                  <a:pt x="114300" y="285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21610" y="9525"/>
                </a:lnTo>
                <a:cubicBezTo>
                  <a:pt x="24884" y="3840"/>
                  <a:pt x="31046" y="0"/>
                  <a:pt x="38100" y="0"/>
                </a:cubicBezTo>
                <a:lnTo>
                  <a:pt x="76200" y="0"/>
                </a:lnTo>
                <a:cubicBezTo>
                  <a:pt x="83254" y="0"/>
                  <a:pt x="89416" y="3840"/>
                  <a:pt x="92690" y="9525"/>
                </a:cubicBezTo>
                <a:close/>
                <a:moveTo>
                  <a:pt x="73819" y="33338"/>
                </a:moveTo>
                <a:cubicBezTo>
                  <a:pt x="77778" y="33338"/>
                  <a:pt x="80962" y="30153"/>
                  <a:pt x="80962" y="26194"/>
                </a:cubicBezTo>
                <a:cubicBezTo>
                  <a:pt x="80962" y="22235"/>
                  <a:pt x="77778" y="19050"/>
                  <a:pt x="73819" y="19050"/>
                </a:cubicBezTo>
                <a:lnTo>
                  <a:pt x="40481" y="19050"/>
                </a:lnTo>
                <a:cubicBezTo>
                  <a:pt x="36522" y="19050"/>
                  <a:pt x="33338" y="22235"/>
                  <a:pt x="33338" y="26194"/>
                </a:cubicBezTo>
                <a:cubicBezTo>
                  <a:pt x="33338" y="30153"/>
                  <a:pt x="36522" y="33338"/>
                  <a:pt x="40481" y="33338"/>
                </a:cubicBezTo>
                <a:lnTo>
                  <a:pt x="73819" y="33338"/>
                </a:lnTo>
                <a:close/>
                <a:moveTo>
                  <a:pt x="38100" y="76200"/>
                </a:move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ubicBezTo>
                  <a:pt x="33832" y="85725"/>
                  <a:pt x="38100" y="81457"/>
                  <a:pt x="38100" y="76200"/>
                </a:cubicBezTo>
                <a:close/>
                <a:moveTo>
                  <a:pt x="47625" y="76200"/>
                </a:moveTo>
                <a:cubicBezTo>
                  <a:pt x="47625" y="80159"/>
                  <a:pt x="50810" y="83344"/>
                  <a:pt x="54769" y="83344"/>
                </a:cubicBezTo>
                <a:lnTo>
                  <a:pt x="88106" y="83344"/>
                </a:lnTo>
                <a:cubicBezTo>
                  <a:pt x="92065" y="83344"/>
                  <a:pt x="95250" y="80159"/>
                  <a:pt x="95250" y="76200"/>
                </a:cubicBezTo>
                <a:cubicBezTo>
                  <a:pt x="95250" y="72241"/>
                  <a:pt x="92065" y="69056"/>
                  <a:pt x="88106" y="69056"/>
                </a:cubicBezTo>
                <a:lnTo>
                  <a:pt x="54769" y="69056"/>
                </a:lnTo>
                <a:cubicBezTo>
                  <a:pt x="50810" y="69056"/>
                  <a:pt x="47625" y="72241"/>
                  <a:pt x="47625" y="76200"/>
                </a:cubicBezTo>
                <a:close/>
                <a:moveTo>
                  <a:pt x="47625" y="114300"/>
                </a:moveTo>
                <a:cubicBezTo>
                  <a:pt x="47625" y="118259"/>
                  <a:pt x="50810" y="121444"/>
                  <a:pt x="54769" y="121444"/>
                </a:cubicBezTo>
                <a:lnTo>
                  <a:pt x="88106" y="121444"/>
                </a:lnTo>
                <a:cubicBezTo>
                  <a:pt x="92065" y="121444"/>
                  <a:pt x="95250" y="118259"/>
                  <a:pt x="95250" y="114300"/>
                </a:cubicBezTo>
                <a:cubicBezTo>
                  <a:pt x="95250" y="110341"/>
                  <a:pt x="92065" y="107156"/>
                  <a:pt x="88106" y="107156"/>
                </a:cubicBezTo>
                <a:lnTo>
                  <a:pt x="54769" y="107156"/>
                </a:lnTo>
                <a:cubicBezTo>
                  <a:pt x="50810" y="107156"/>
                  <a:pt x="47625" y="110341"/>
                  <a:pt x="47625" y="114300"/>
                </a:cubicBezTo>
                <a:close/>
                <a:moveTo>
                  <a:pt x="28575" y="123825"/>
                </a:moveTo>
                <a:cubicBezTo>
                  <a:pt x="33832" y="123825"/>
                  <a:pt x="38100" y="119557"/>
                  <a:pt x="38100" y="114300"/>
                </a:cubicBezTo>
                <a:cubicBezTo>
                  <a:pt x="38100" y="109043"/>
                  <a:pt x="33832" y="104775"/>
                  <a:pt x="28575" y="104775"/>
                </a:cubicBezTo>
                <a:cubicBezTo>
                  <a:pt x="23318" y="104775"/>
                  <a:pt x="19050" y="109043"/>
                  <a:pt x="19050" y="114300"/>
                </a:cubicBezTo>
                <a:cubicBezTo>
                  <a:pt x="19050" y="119557"/>
                  <a:pt x="23318" y="123825"/>
                  <a:pt x="28575" y="123825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30" name="Text 28"/>
          <p:cNvSpPr/>
          <p:nvPr/>
        </p:nvSpPr>
        <p:spPr>
          <a:xfrm>
            <a:off x="6922770" y="4522473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 Management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7470" y="49796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7C59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41770" y="509397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33" name="Text 31"/>
          <p:cNvSpPr/>
          <p:nvPr/>
        </p:nvSpPr>
        <p:spPr>
          <a:xfrm>
            <a:off x="6922770" y="5055873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WSR &amp; Reporting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7470" y="55130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7C59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51295" y="562737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91797" y="68074"/>
                </a:moveTo>
                <a:cubicBezTo>
                  <a:pt x="93881" y="64740"/>
                  <a:pt x="92869" y="60335"/>
                  <a:pt x="89535" y="58222"/>
                </a:cubicBezTo>
                <a:cubicBezTo>
                  <a:pt x="86201" y="56108"/>
                  <a:pt x="81796" y="57150"/>
                  <a:pt x="79683" y="60484"/>
                </a:cubicBezTo>
                <a:lnTo>
                  <a:pt x="61406" y="89743"/>
                </a:lnTo>
                <a:lnTo>
                  <a:pt x="53370" y="79028"/>
                </a:lnTo>
                <a:cubicBezTo>
                  <a:pt x="50989" y="75873"/>
                  <a:pt x="46524" y="75218"/>
                  <a:pt x="43369" y="77599"/>
                </a:cubicBezTo>
                <a:cubicBezTo>
                  <a:pt x="40213" y="79980"/>
                  <a:pt x="39559" y="84445"/>
                  <a:pt x="41940" y="87600"/>
                </a:cubicBezTo>
                <a:lnTo>
                  <a:pt x="56227" y="106650"/>
                </a:lnTo>
                <a:cubicBezTo>
                  <a:pt x="57626" y="108525"/>
                  <a:pt x="59888" y="109597"/>
                  <a:pt x="62240" y="109508"/>
                </a:cubicBezTo>
                <a:cubicBezTo>
                  <a:pt x="64591" y="109418"/>
                  <a:pt x="66735" y="108168"/>
                  <a:pt x="67985" y="106144"/>
                </a:cubicBezTo>
                <a:lnTo>
                  <a:pt x="91797" y="68044"/>
                </a:ln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36" name="Text 34"/>
          <p:cNvSpPr/>
          <p:nvPr/>
        </p:nvSpPr>
        <p:spPr>
          <a:xfrm>
            <a:off x="6922770" y="5589273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Scrum Facilitation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7470" y="60464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7C59">
              <a:alpha val="3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532245" y="616077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39" name="Text 37"/>
          <p:cNvSpPr/>
          <p:nvPr/>
        </p:nvSpPr>
        <p:spPr>
          <a:xfrm>
            <a:off x="6922770" y="6122673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Mentoring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D9A4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/ Team Support, Ownership &amp; Agility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0F0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Resilience &amp; Initiative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5600700" cy="1581150"/>
          </a:xfrm>
          <a:custGeom>
            <a:avLst/>
            <a:gdLst/>
            <a:ahLst/>
            <a:cxnLst/>
            <a:rect l="l" t="t" r="r" b="b"/>
            <a:pathLst>
              <a:path w="5600700" h="1581150">
                <a:moveTo>
                  <a:pt x="38100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504954"/>
                </a:lnTo>
                <a:cubicBezTo>
                  <a:pt x="5600700" y="1547036"/>
                  <a:pt x="5566586" y="1581150"/>
                  <a:pt x="552450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1525" y="18288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16764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Scaling Support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057400"/>
            <a:ext cx="4514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Contributed to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scaling by learning new technologies and implementing solutions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proactively following up on dependencies and stepping in to support tasks as needed.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219450"/>
            <a:ext cx="5600700" cy="1581150"/>
          </a:xfrm>
          <a:custGeom>
            <a:avLst/>
            <a:gdLst/>
            <a:ahLst/>
            <a:cxnLst/>
            <a:rect l="l" t="t" r="r" b="b"/>
            <a:pathLst>
              <a:path w="5600700" h="1581150">
                <a:moveTo>
                  <a:pt x="38100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504954"/>
                </a:lnTo>
                <a:cubicBezTo>
                  <a:pt x="5600700" y="1547036"/>
                  <a:pt x="5566586" y="1581150"/>
                  <a:pt x="552450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21945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" y="3448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85813" y="36004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4837" y="13841"/>
                </a:moveTo>
                <a:cubicBezTo>
                  <a:pt x="118542" y="5135"/>
                  <a:pt x="108451" y="0"/>
                  <a:pt x="97735" y="0"/>
                </a:cubicBezTo>
                <a:cubicBezTo>
                  <a:pt x="79251" y="0"/>
                  <a:pt x="64294" y="14957"/>
                  <a:pt x="64294" y="33442"/>
                </a:cubicBezTo>
                <a:lnTo>
                  <a:pt x="64294" y="34513"/>
                </a:lnTo>
                <a:cubicBezTo>
                  <a:pt x="64294" y="63267"/>
                  <a:pt x="100905" y="94074"/>
                  <a:pt x="118854" y="107424"/>
                </a:cubicBezTo>
                <a:cubicBezTo>
                  <a:pt x="124658" y="111755"/>
                  <a:pt x="132472" y="111755"/>
                  <a:pt x="138276" y="107424"/>
                </a:cubicBezTo>
                <a:cubicBezTo>
                  <a:pt x="156225" y="94030"/>
                  <a:pt x="192837" y="63267"/>
                  <a:pt x="192837" y="34513"/>
                </a:cubicBezTo>
                <a:lnTo>
                  <a:pt x="192837" y="33442"/>
                </a:lnTo>
                <a:cubicBezTo>
                  <a:pt x="192837" y="14957"/>
                  <a:pt x="177879" y="0"/>
                  <a:pt x="159395" y="0"/>
                </a:cubicBezTo>
                <a:cubicBezTo>
                  <a:pt x="148679" y="0"/>
                  <a:pt x="138589" y="5135"/>
                  <a:pt x="132293" y="13841"/>
                </a:cubicBezTo>
                <a:lnTo>
                  <a:pt x="128588" y="19065"/>
                </a:lnTo>
                <a:lnTo>
                  <a:pt x="124837" y="13841"/>
                </a:lnTo>
                <a:close/>
                <a:moveTo>
                  <a:pt x="48801" y="152474"/>
                </a:moveTo>
                <a:lnTo>
                  <a:pt x="29781" y="171450"/>
                </a:lnTo>
                <a:lnTo>
                  <a:pt x="14288" y="171450"/>
                </a:lnTo>
                <a:cubicBezTo>
                  <a:pt x="6385" y="171450"/>
                  <a:pt x="0" y="177835"/>
                  <a:pt x="0" y="185738"/>
                </a:cubicBezTo>
                <a:lnTo>
                  <a:pt x="0" y="214313"/>
                </a:lnTo>
                <a:cubicBezTo>
                  <a:pt x="0" y="222215"/>
                  <a:pt x="6385" y="228600"/>
                  <a:pt x="14288" y="228600"/>
                </a:cubicBezTo>
                <a:lnTo>
                  <a:pt x="157386" y="228600"/>
                </a:lnTo>
                <a:cubicBezTo>
                  <a:pt x="170334" y="228600"/>
                  <a:pt x="182969" y="224448"/>
                  <a:pt x="193417" y="216768"/>
                </a:cubicBezTo>
                <a:lnTo>
                  <a:pt x="249942" y="175111"/>
                </a:lnTo>
                <a:cubicBezTo>
                  <a:pt x="257889" y="169262"/>
                  <a:pt x="259586" y="158100"/>
                  <a:pt x="253737" y="150153"/>
                </a:cubicBezTo>
                <a:cubicBezTo>
                  <a:pt x="247888" y="142205"/>
                  <a:pt x="236726" y="140509"/>
                  <a:pt x="228779" y="146358"/>
                </a:cubicBezTo>
                <a:lnTo>
                  <a:pt x="175290" y="185738"/>
                </a:lnTo>
                <a:lnTo>
                  <a:pt x="125016" y="185738"/>
                </a:lnTo>
                <a:cubicBezTo>
                  <a:pt x="119077" y="185738"/>
                  <a:pt x="114300" y="180960"/>
                  <a:pt x="114300" y="175022"/>
                </a:cubicBezTo>
                <a:cubicBezTo>
                  <a:pt x="114300" y="169084"/>
                  <a:pt x="119077" y="164306"/>
                  <a:pt x="125016" y="164306"/>
                </a:cubicBezTo>
                <a:lnTo>
                  <a:pt x="157163" y="164306"/>
                </a:lnTo>
                <a:cubicBezTo>
                  <a:pt x="165065" y="164306"/>
                  <a:pt x="171450" y="157922"/>
                  <a:pt x="171450" y="150019"/>
                </a:cubicBezTo>
                <a:cubicBezTo>
                  <a:pt x="171450" y="142116"/>
                  <a:pt x="165065" y="135731"/>
                  <a:pt x="157163" y="135731"/>
                </a:cubicBezTo>
                <a:lnTo>
                  <a:pt x="89208" y="135731"/>
                </a:lnTo>
                <a:cubicBezTo>
                  <a:pt x="74072" y="135731"/>
                  <a:pt x="59516" y="141759"/>
                  <a:pt x="48801" y="152474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344805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Ownership &amp; Initiative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829050"/>
            <a:ext cx="4514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Demonstrated ownership by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volunteering to present demos, leading team initiatives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coordinating efforts and driving them to successful completion.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0300" y="1447800"/>
            <a:ext cx="5600700" cy="1581150"/>
          </a:xfrm>
          <a:custGeom>
            <a:avLst/>
            <a:gdLst/>
            <a:ahLst/>
            <a:cxnLst/>
            <a:rect l="l" t="t" r="r" b="b"/>
            <a:pathLst>
              <a:path w="5600700" h="1581150">
                <a:moveTo>
                  <a:pt x="38100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504954"/>
                </a:lnTo>
                <a:cubicBezTo>
                  <a:pt x="5600700" y="1547036"/>
                  <a:pt x="5566586" y="1581150"/>
                  <a:pt x="552450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2D2D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210300" y="144780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57950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638925" y="18288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38" y="0"/>
                </a:moveTo>
                <a:cubicBezTo>
                  <a:pt x="79340" y="0"/>
                  <a:pt x="85725" y="6385"/>
                  <a:pt x="85725" y="14288"/>
                </a:cubicBezTo>
                <a:lnTo>
                  <a:pt x="85725" y="64294"/>
                </a:lnTo>
                <a:lnTo>
                  <a:pt x="57150" y="64294"/>
                </a:lnTo>
                <a:lnTo>
                  <a:pt x="57150" y="14288"/>
                </a:lnTo>
                <a:cubicBezTo>
                  <a:pt x="57150" y="6385"/>
                  <a:pt x="63535" y="0"/>
                  <a:pt x="71438" y="0"/>
                </a:cubicBezTo>
                <a:close/>
                <a:moveTo>
                  <a:pt x="14288" y="28575"/>
                </a:moveTo>
                <a:cubicBezTo>
                  <a:pt x="14288" y="20672"/>
                  <a:pt x="20672" y="14288"/>
                  <a:pt x="28575" y="14288"/>
                </a:cubicBezTo>
                <a:cubicBezTo>
                  <a:pt x="36478" y="14288"/>
                  <a:pt x="42863" y="20672"/>
                  <a:pt x="42863" y="28575"/>
                </a:cubicBezTo>
                <a:lnTo>
                  <a:pt x="42863" y="64294"/>
                </a:lnTo>
                <a:lnTo>
                  <a:pt x="14288" y="64294"/>
                </a:lnTo>
                <a:lnTo>
                  <a:pt x="14288" y="28575"/>
                </a:lnTo>
                <a:close/>
                <a:moveTo>
                  <a:pt x="100013" y="28575"/>
                </a:moveTo>
                <a:cubicBezTo>
                  <a:pt x="100013" y="20672"/>
                  <a:pt x="106397" y="14288"/>
                  <a:pt x="114300" y="14288"/>
                </a:cubicBezTo>
                <a:cubicBezTo>
                  <a:pt x="122203" y="14288"/>
                  <a:pt x="128588" y="20672"/>
                  <a:pt x="128588" y="28575"/>
                </a:cubicBezTo>
                <a:lnTo>
                  <a:pt x="128588" y="71438"/>
                </a:lnTo>
                <a:cubicBezTo>
                  <a:pt x="128588" y="79340"/>
                  <a:pt x="122203" y="85725"/>
                  <a:pt x="114300" y="85725"/>
                </a:cubicBezTo>
                <a:cubicBezTo>
                  <a:pt x="106397" y="85725"/>
                  <a:pt x="100013" y="79340"/>
                  <a:pt x="100013" y="71438"/>
                </a:cubicBezTo>
                <a:lnTo>
                  <a:pt x="100013" y="28575"/>
                </a:lnTo>
                <a:close/>
                <a:moveTo>
                  <a:pt x="142875" y="57150"/>
                </a:moveTo>
                <a:cubicBezTo>
                  <a:pt x="142875" y="49247"/>
                  <a:pt x="149260" y="42863"/>
                  <a:pt x="157163" y="42863"/>
                </a:cubicBezTo>
                <a:cubicBezTo>
                  <a:pt x="165065" y="42863"/>
                  <a:pt x="171450" y="49247"/>
                  <a:pt x="171450" y="57150"/>
                </a:cubicBezTo>
                <a:lnTo>
                  <a:pt x="171450" y="85725"/>
                </a:lnTo>
                <a:cubicBezTo>
                  <a:pt x="171450" y="93628"/>
                  <a:pt x="165065" y="100013"/>
                  <a:pt x="157163" y="100013"/>
                </a:cubicBezTo>
                <a:cubicBezTo>
                  <a:pt x="149260" y="100013"/>
                  <a:pt x="142875" y="93628"/>
                  <a:pt x="142875" y="85725"/>
                </a:cubicBezTo>
                <a:lnTo>
                  <a:pt x="142875" y="57150"/>
                </a:lnTo>
                <a:close/>
                <a:moveTo>
                  <a:pt x="100013" y="96441"/>
                </a:moveTo>
                <a:lnTo>
                  <a:pt x="100013" y="96173"/>
                </a:lnTo>
                <a:cubicBezTo>
                  <a:pt x="104209" y="98584"/>
                  <a:pt x="109076" y="100013"/>
                  <a:pt x="114300" y="100013"/>
                </a:cubicBezTo>
                <a:cubicBezTo>
                  <a:pt x="120194" y="100013"/>
                  <a:pt x="125641" y="98227"/>
                  <a:pt x="130195" y="95190"/>
                </a:cubicBezTo>
                <a:cubicBezTo>
                  <a:pt x="134079" y="106308"/>
                  <a:pt x="144706" y="114300"/>
                  <a:pt x="157163" y="114300"/>
                </a:cubicBezTo>
                <a:cubicBezTo>
                  <a:pt x="162386" y="114300"/>
                  <a:pt x="167253" y="112916"/>
                  <a:pt x="171450" y="110460"/>
                </a:cubicBezTo>
                <a:lnTo>
                  <a:pt x="171450" y="114300"/>
                </a:lnTo>
                <a:cubicBezTo>
                  <a:pt x="171450" y="137651"/>
                  <a:pt x="160243" y="158413"/>
                  <a:pt x="142875" y="171450"/>
                </a:cubicBezTo>
                <a:lnTo>
                  <a:pt x="142875" y="214313"/>
                </a:lnTo>
                <a:cubicBezTo>
                  <a:pt x="142875" y="222215"/>
                  <a:pt x="136490" y="228600"/>
                  <a:pt x="128588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lnTo>
                  <a:pt x="42863" y="179308"/>
                </a:lnTo>
                <a:cubicBezTo>
                  <a:pt x="35138" y="175781"/>
                  <a:pt x="28039" y="170914"/>
                  <a:pt x="21922" y="164797"/>
                </a:cubicBezTo>
                <a:lnTo>
                  <a:pt x="16743" y="159618"/>
                </a:lnTo>
                <a:cubicBezTo>
                  <a:pt x="6028" y="148903"/>
                  <a:pt x="0" y="134347"/>
                  <a:pt x="0" y="119211"/>
                </a:cubicBezTo>
                <a:lnTo>
                  <a:pt x="0" y="107156"/>
                </a:lnTo>
                <a:cubicBezTo>
                  <a:pt x="0" y="91395"/>
                  <a:pt x="12814" y="78581"/>
                  <a:pt x="28575" y="78581"/>
                </a:cubicBezTo>
                <a:lnTo>
                  <a:pt x="67866" y="78581"/>
                </a:lnTo>
                <a:cubicBezTo>
                  <a:pt x="77733" y="78581"/>
                  <a:pt x="85725" y="86573"/>
                  <a:pt x="85725" y="96441"/>
                </a:cubicBezTo>
                <a:cubicBezTo>
                  <a:pt x="85725" y="106308"/>
                  <a:pt x="77733" y="114300"/>
                  <a:pt x="67866" y="114300"/>
                </a:cubicBezTo>
                <a:lnTo>
                  <a:pt x="42863" y="114300"/>
                </a:lnTo>
                <a:cubicBezTo>
                  <a:pt x="38933" y="114300"/>
                  <a:pt x="35719" y="117515"/>
                  <a:pt x="35719" y="121444"/>
                </a:cubicBezTo>
                <a:cubicBezTo>
                  <a:pt x="35719" y="125373"/>
                  <a:pt x="38933" y="128588"/>
                  <a:pt x="42863" y="128588"/>
                </a:cubicBezTo>
                <a:lnTo>
                  <a:pt x="67866" y="128588"/>
                </a:lnTo>
                <a:cubicBezTo>
                  <a:pt x="85636" y="128588"/>
                  <a:pt x="100013" y="114211"/>
                  <a:pt x="100013" y="96441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21" name="Text 19"/>
          <p:cNvSpPr/>
          <p:nvPr/>
        </p:nvSpPr>
        <p:spPr>
          <a:xfrm>
            <a:off x="7143750" y="16764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&amp; Agility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43750" y="2057400"/>
            <a:ext cx="4514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resilience, agility, and confidence by adapting swiftly post-maternity leave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maintaining productivity and work quality while learning new skills and implementing without additional support.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5060" y="3223260"/>
            <a:ext cx="5608320" cy="3246120"/>
          </a:xfrm>
          <a:custGeom>
            <a:avLst/>
            <a:gdLst/>
            <a:ahLst/>
            <a:cxnLst/>
            <a:rect l="l" t="t" r="r" b="b"/>
            <a:pathLst>
              <a:path w="5608320" h="3246120">
                <a:moveTo>
                  <a:pt x="76186" y="0"/>
                </a:moveTo>
                <a:lnTo>
                  <a:pt x="5532134" y="0"/>
                </a:lnTo>
                <a:cubicBezTo>
                  <a:pt x="5574210" y="0"/>
                  <a:pt x="5608320" y="34110"/>
                  <a:pt x="5608320" y="76186"/>
                </a:cubicBezTo>
                <a:lnTo>
                  <a:pt x="5608320" y="3169934"/>
                </a:lnTo>
                <a:cubicBezTo>
                  <a:pt x="5608320" y="3212010"/>
                  <a:pt x="5574210" y="3246120"/>
                  <a:pt x="5532134" y="3246120"/>
                </a:cubicBezTo>
                <a:lnTo>
                  <a:pt x="76186" y="3246120"/>
                </a:lnTo>
                <a:cubicBezTo>
                  <a:pt x="34110" y="3246120"/>
                  <a:pt x="0" y="3212010"/>
                  <a:pt x="0" y="3169934"/>
                </a:cubicBezTo>
                <a:lnTo>
                  <a:pt x="0" y="76186"/>
                </a:lnTo>
                <a:cubicBezTo>
                  <a:pt x="0" y="34110"/>
                  <a:pt x="34110" y="0"/>
                  <a:pt x="7618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4A7C59">
                  <a:alpha val="5000"/>
                </a:srgbClr>
              </a:gs>
            </a:gsLst>
            <a:lin ang="2700000" scaled="1"/>
          </a:gradFill>
          <a:ln w="10160">
            <a:solidFill>
              <a:srgbClr val="4A7C59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7470" y="3455673"/>
            <a:ext cx="522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Attributes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27470" y="3912873"/>
            <a:ext cx="2495550" cy="838200"/>
          </a:xfrm>
          <a:custGeom>
            <a:avLst/>
            <a:gdLst/>
            <a:ahLst/>
            <a:cxnLst/>
            <a:rect l="l" t="t" r="r" b="b"/>
            <a:pathLst>
              <a:path w="2495550" h="838200">
                <a:moveTo>
                  <a:pt x="76201" y="0"/>
                </a:moveTo>
                <a:lnTo>
                  <a:pt x="2419349" y="0"/>
                </a:lnTo>
                <a:cubicBezTo>
                  <a:pt x="2461434" y="0"/>
                  <a:pt x="2495550" y="34116"/>
                  <a:pt x="2495550" y="76201"/>
                </a:cubicBezTo>
                <a:lnTo>
                  <a:pt x="2495550" y="761999"/>
                </a:lnTo>
                <a:cubicBezTo>
                  <a:pt x="2495550" y="804084"/>
                  <a:pt x="2461434" y="838200"/>
                  <a:pt x="24193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D2D2D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576185" y="406527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27" name="Text 25"/>
          <p:cNvSpPr/>
          <p:nvPr/>
        </p:nvSpPr>
        <p:spPr>
          <a:xfrm>
            <a:off x="6541770" y="4370073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Resilience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077325" y="3912873"/>
            <a:ext cx="2495550" cy="838200"/>
          </a:xfrm>
          <a:custGeom>
            <a:avLst/>
            <a:gdLst/>
            <a:ahLst/>
            <a:cxnLst/>
            <a:rect l="l" t="t" r="r" b="b"/>
            <a:pathLst>
              <a:path w="2495550" h="838200">
                <a:moveTo>
                  <a:pt x="76201" y="0"/>
                </a:moveTo>
                <a:lnTo>
                  <a:pt x="2419349" y="0"/>
                </a:lnTo>
                <a:cubicBezTo>
                  <a:pt x="2461434" y="0"/>
                  <a:pt x="2495550" y="34116"/>
                  <a:pt x="2495550" y="76201"/>
                </a:cubicBezTo>
                <a:lnTo>
                  <a:pt x="2495550" y="761999"/>
                </a:lnTo>
                <a:cubicBezTo>
                  <a:pt x="2495550" y="804084"/>
                  <a:pt x="2461434" y="838200"/>
                  <a:pt x="24193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D2D2D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226040" y="406527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523" y="-14287"/>
                </a:moveTo>
                <a:cubicBezTo>
                  <a:pt x="128323" y="-14287"/>
                  <a:pt x="139526" y="-3084"/>
                  <a:pt x="139526" y="10716"/>
                </a:cubicBezTo>
                <a:cubicBezTo>
                  <a:pt x="139526" y="24515"/>
                  <a:pt x="128323" y="35719"/>
                  <a:pt x="114523" y="35719"/>
                </a:cubicBezTo>
                <a:cubicBezTo>
                  <a:pt x="100724" y="35719"/>
                  <a:pt x="89520" y="24515"/>
                  <a:pt x="89520" y="10716"/>
                </a:cubicBezTo>
                <a:cubicBezTo>
                  <a:pt x="89520" y="-3084"/>
                  <a:pt x="100724" y="-14287"/>
                  <a:pt x="114523" y="-14287"/>
                </a:cubicBezTo>
                <a:close/>
                <a:moveTo>
                  <a:pt x="55185" y="78581"/>
                </a:moveTo>
                <a:cubicBezTo>
                  <a:pt x="53712" y="78581"/>
                  <a:pt x="52417" y="79474"/>
                  <a:pt x="51881" y="80814"/>
                </a:cubicBezTo>
                <a:lnTo>
                  <a:pt x="42059" y="105326"/>
                </a:lnTo>
                <a:cubicBezTo>
                  <a:pt x="39112" y="112648"/>
                  <a:pt x="30807" y="116220"/>
                  <a:pt x="23485" y="113273"/>
                </a:cubicBezTo>
                <a:cubicBezTo>
                  <a:pt x="16163" y="110326"/>
                  <a:pt x="12591" y="102022"/>
                  <a:pt x="15538" y="94699"/>
                </a:cubicBezTo>
                <a:lnTo>
                  <a:pt x="25316" y="70187"/>
                </a:lnTo>
                <a:cubicBezTo>
                  <a:pt x="30227" y="57998"/>
                  <a:pt x="42014" y="50006"/>
                  <a:pt x="55185" y="50006"/>
                </a:cubicBezTo>
                <a:lnTo>
                  <a:pt x="98628" y="50006"/>
                </a:lnTo>
                <a:cubicBezTo>
                  <a:pt x="111353" y="50006"/>
                  <a:pt x="123096" y="56748"/>
                  <a:pt x="129480" y="67732"/>
                </a:cubicBezTo>
                <a:lnTo>
                  <a:pt x="144125" y="92869"/>
                </a:lnTo>
                <a:lnTo>
                  <a:pt x="171629" y="92869"/>
                </a:lnTo>
                <a:cubicBezTo>
                  <a:pt x="179531" y="92869"/>
                  <a:pt x="185916" y="99253"/>
                  <a:pt x="185916" y="107156"/>
                </a:cubicBezTo>
                <a:cubicBezTo>
                  <a:pt x="185916" y="115059"/>
                  <a:pt x="179531" y="121444"/>
                  <a:pt x="171629" y="121444"/>
                </a:cubicBezTo>
                <a:lnTo>
                  <a:pt x="144125" y="121444"/>
                </a:lnTo>
                <a:cubicBezTo>
                  <a:pt x="133945" y="121444"/>
                  <a:pt x="124569" y="116041"/>
                  <a:pt x="119435" y="107246"/>
                </a:cubicBezTo>
                <a:lnTo>
                  <a:pt x="114970" y="99611"/>
                </a:lnTo>
                <a:lnTo>
                  <a:pt x="105728" y="131043"/>
                </a:lnTo>
                <a:lnTo>
                  <a:pt x="139392" y="141134"/>
                </a:lnTo>
                <a:cubicBezTo>
                  <a:pt x="151760" y="144840"/>
                  <a:pt x="158055" y="158547"/>
                  <a:pt x="152832" y="170378"/>
                </a:cubicBezTo>
                <a:lnTo>
                  <a:pt x="127561" y="227261"/>
                </a:lnTo>
                <a:cubicBezTo>
                  <a:pt x="124346" y="234494"/>
                  <a:pt x="115907" y="237708"/>
                  <a:pt x="108719" y="234494"/>
                </a:cubicBezTo>
                <a:cubicBezTo>
                  <a:pt x="101531" y="231279"/>
                  <a:pt x="98271" y="222840"/>
                  <a:pt x="101486" y="215652"/>
                </a:cubicBezTo>
                <a:lnTo>
                  <a:pt x="123453" y="166181"/>
                </a:lnTo>
                <a:lnTo>
                  <a:pt x="80635" y="153323"/>
                </a:lnTo>
                <a:cubicBezTo>
                  <a:pt x="66035" y="148947"/>
                  <a:pt x="57418" y="133811"/>
                  <a:pt x="61124" y="119033"/>
                </a:cubicBezTo>
                <a:lnTo>
                  <a:pt x="71259" y="78581"/>
                </a:lnTo>
                <a:lnTo>
                  <a:pt x="55230" y="78581"/>
                </a:lnTo>
                <a:close/>
                <a:moveTo>
                  <a:pt x="51614" y="159395"/>
                </a:moveTo>
                <a:cubicBezTo>
                  <a:pt x="57552" y="166048"/>
                  <a:pt x="65321" y="171137"/>
                  <a:pt x="74474" y="173861"/>
                </a:cubicBezTo>
                <a:lnTo>
                  <a:pt x="76572" y="174486"/>
                </a:lnTo>
                <a:lnTo>
                  <a:pt x="73491" y="183103"/>
                </a:lnTo>
                <a:cubicBezTo>
                  <a:pt x="70902" y="190381"/>
                  <a:pt x="66348" y="196855"/>
                  <a:pt x="60409" y="201766"/>
                </a:cubicBezTo>
                <a:lnTo>
                  <a:pt x="23619" y="232083"/>
                </a:lnTo>
                <a:cubicBezTo>
                  <a:pt x="17547" y="237083"/>
                  <a:pt x="8528" y="236235"/>
                  <a:pt x="3527" y="230163"/>
                </a:cubicBezTo>
                <a:cubicBezTo>
                  <a:pt x="-1473" y="224091"/>
                  <a:pt x="-625" y="215072"/>
                  <a:pt x="5447" y="210071"/>
                </a:cubicBezTo>
                <a:lnTo>
                  <a:pt x="42237" y="179755"/>
                </a:lnTo>
                <a:cubicBezTo>
                  <a:pt x="44247" y="178103"/>
                  <a:pt x="45720" y="175959"/>
                  <a:pt x="46613" y="173548"/>
                </a:cubicBezTo>
                <a:lnTo>
                  <a:pt x="51614" y="159395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0" name="Text 28"/>
          <p:cNvSpPr/>
          <p:nvPr/>
        </p:nvSpPr>
        <p:spPr>
          <a:xfrm>
            <a:off x="9191625" y="4370073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Agility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7470" y="4903473"/>
            <a:ext cx="2495550" cy="838200"/>
          </a:xfrm>
          <a:custGeom>
            <a:avLst/>
            <a:gdLst/>
            <a:ahLst/>
            <a:cxnLst/>
            <a:rect l="l" t="t" r="r" b="b"/>
            <a:pathLst>
              <a:path w="2495550" h="838200">
                <a:moveTo>
                  <a:pt x="76201" y="0"/>
                </a:moveTo>
                <a:lnTo>
                  <a:pt x="2419349" y="0"/>
                </a:lnTo>
                <a:cubicBezTo>
                  <a:pt x="2461434" y="0"/>
                  <a:pt x="2495550" y="34116"/>
                  <a:pt x="2495550" y="76201"/>
                </a:cubicBezTo>
                <a:lnTo>
                  <a:pt x="2495550" y="761999"/>
                </a:lnTo>
                <a:cubicBezTo>
                  <a:pt x="2495550" y="804084"/>
                  <a:pt x="2461434" y="838200"/>
                  <a:pt x="24193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D2D2D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547610" y="505587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33" name="Text 31"/>
          <p:cNvSpPr/>
          <p:nvPr/>
        </p:nvSpPr>
        <p:spPr>
          <a:xfrm>
            <a:off x="6541770" y="5360673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77325" y="4903473"/>
            <a:ext cx="2495550" cy="838200"/>
          </a:xfrm>
          <a:custGeom>
            <a:avLst/>
            <a:gdLst/>
            <a:ahLst/>
            <a:cxnLst/>
            <a:rect l="l" t="t" r="r" b="b"/>
            <a:pathLst>
              <a:path w="2495550" h="838200">
                <a:moveTo>
                  <a:pt x="76201" y="0"/>
                </a:moveTo>
                <a:lnTo>
                  <a:pt x="2419349" y="0"/>
                </a:lnTo>
                <a:cubicBezTo>
                  <a:pt x="2461434" y="0"/>
                  <a:pt x="2495550" y="34116"/>
                  <a:pt x="2495550" y="76201"/>
                </a:cubicBezTo>
                <a:lnTo>
                  <a:pt x="2495550" y="761999"/>
                </a:lnTo>
                <a:cubicBezTo>
                  <a:pt x="2495550" y="804084"/>
                  <a:pt x="2461434" y="838200"/>
                  <a:pt x="24193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D2D2D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197465" y="505587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0060" y="38040"/>
                </a:moveTo>
                <a:lnTo>
                  <a:pt x="68000" y="95905"/>
                </a:lnTo>
                <a:cubicBezTo>
                  <a:pt x="65946" y="98182"/>
                  <a:pt x="66035" y="101709"/>
                  <a:pt x="68223" y="103897"/>
                </a:cubicBezTo>
                <a:cubicBezTo>
                  <a:pt x="81841" y="117515"/>
                  <a:pt x="103942" y="117515"/>
                  <a:pt x="117559" y="103897"/>
                </a:cubicBezTo>
                <a:lnTo>
                  <a:pt x="131758" y="89699"/>
                </a:lnTo>
                <a:cubicBezTo>
                  <a:pt x="133633" y="87823"/>
                  <a:pt x="135999" y="86797"/>
                  <a:pt x="138410" y="86618"/>
                </a:cubicBezTo>
                <a:cubicBezTo>
                  <a:pt x="141446" y="86350"/>
                  <a:pt x="144572" y="87377"/>
                  <a:pt x="146893" y="89699"/>
                </a:cubicBezTo>
                <a:lnTo>
                  <a:pt x="225743" y="167878"/>
                </a:lnTo>
                <a:lnTo>
                  <a:pt x="257175" y="142875"/>
                </a:lnTo>
                <a:lnTo>
                  <a:pt x="257175" y="14288"/>
                </a:lnTo>
                <a:lnTo>
                  <a:pt x="207169" y="42863"/>
                </a:lnTo>
                <a:lnTo>
                  <a:pt x="196542" y="35763"/>
                </a:lnTo>
                <a:cubicBezTo>
                  <a:pt x="189488" y="31075"/>
                  <a:pt x="181228" y="28575"/>
                  <a:pt x="172745" y="28575"/>
                </a:cubicBezTo>
                <a:lnTo>
                  <a:pt x="141312" y="28575"/>
                </a:lnTo>
                <a:cubicBezTo>
                  <a:pt x="140821" y="28575"/>
                  <a:pt x="140285" y="28575"/>
                  <a:pt x="139794" y="28620"/>
                </a:cubicBezTo>
                <a:cubicBezTo>
                  <a:pt x="132249" y="29021"/>
                  <a:pt x="125150" y="32415"/>
                  <a:pt x="120060" y="38040"/>
                </a:cubicBezTo>
                <a:close/>
                <a:moveTo>
                  <a:pt x="52060" y="81573"/>
                </a:moveTo>
                <a:lnTo>
                  <a:pt x="99745" y="28575"/>
                </a:lnTo>
                <a:lnTo>
                  <a:pt x="82064" y="28575"/>
                </a:lnTo>
                <a:cubicBezTo>
                  <a:pt x="70678" y="28575"/>
                  <a:pt x="59784" y="33084"/>
                  <a:pt x="51748" y="41121"/>
                </a:cubicBezTo>
                <a:lnTo>
                  <a:pt x="50006" y="42863"/>
                </a:lnTo>
                <a:lnTo>
                  <a:pt x="0" y="14288"/>
                </a:lnTo>
                <a:lnTo>
                  <a:pt x="0" y="142875"/>
                </a:lnTo>
                <a:lnTo>
                  <a:pt x="69830" y="201052"/>
                </a:lnTo>
                <a:cubicBezTo>
                  <a:pt x="80099" y="209624"/>
                  <a:pt x="93047" y="214313"/>
                  <a:pt x="106397" y="214313"/>
                </a:cubicBezTo>
                <a:lnTo>
                  <a:pt x="113407" y="214313"/>
                </a:lnTo>
                <a:lnTo>
                  <a:pt x="110282" y="211187"/>
                </a:lnTo>
                <a:cubicBezTo>
                  <a:pt x="106085" y="206990"/>
                  <a:pt x="106085" y="200204"/>
                  <a:pt x="110282" y="196051"/>
                </a:cubicBezTo>
                <a:cubicBezTo>
                  <a:pt x="114479" y="191899"/>
                  <a:pt x="121265" y="191854"/>
                  <a:pt x="125417" y="196051"/>
                </a:cubicBezTo>
                <a:lnTo>
                  <a:pt x="143723" y="214357"/>
                </a:lnTo>
                <a:lnTo>
                  <a:pt x="147742" y="214357"/>
                </a:lnTo>
                <a:cubicBezTo>
                  <a:pt x="156270" y="214357"/>
                  <a:pt x="164619" y="212437"/>
                  <a:pt x="172209" y="208865"/>
                </a:cubicBezTo>
                <a:lnTo>
                  <a:pt x="160288" y="196900"/>
                </a:lnTo>
                <a:cubicBezTo>
                  <a:pt x="156091" y="192703"/>
                  <a:pt x="156091" y="185916"/>
                  <a:pt x="160288" y="181764"/>
                </a:cubicBezTo>
                <a:cubicBezTo>
                  <a:pt x="164485" y="177611"/>
                  <a:pt x="171271" y="177567"/>
                  <a:pt x="175424" y="181764"/>
                </a:cubicBezTo>
                <a:lnTo>
                  <a:pt x="189711" y="196051"/>
                </a:lnTo>
                <a:lnTo>
                  <a:pt x="197525" y="188238"/>
                </a:lnTo>
                <a:cubicBezTo>
                  <a:pt x="201498" y="184264"/>
                  <a:pt x="202659" y="178504"/>
                  <a:pt x="200918" y="173459"/>
                </a:cubicBezTo>
                <a:lnTo>
                  <a:pt x="139348" y="112380"/>
                </a:lnTo>
                <a:lnTo>
                  <a:pt x="132695" y="119033"/>
                </a:lnTo>
                <a:cubicBezTo>
                  <a:pt x="110683" y="141044"/>
                  <a:pt x="75054" y="141044"/>
                  <a:pt x="53042" y="119033"/>
                </a:cubicBezTo>
                <a:cubicBezTo>
                  <a:pt x="42773" y="108764"/>
                  <a:pt x="42371" y="92288"/>
                  <a:pt x="52060" y="81528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6" name="Text 34"/>
          <p:cNvSpPr/>
          <p:nvPr/>
        </p:nvSpPr>
        <p:spPr>
          <a:xfrm>
            <a:off x="9191625" y="5360673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Ownership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de7b811c7bfd234d54f16615c45e37f7f9b86b15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34238" b="3423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1A">
                  <a:alpha val="95000"/>
                </a:srgbClr>
              </a:gs>
              <a:gs pos="50000">
                <a:srgbClr val="1A1A1A">
                  <a:alpha val="90000"/>
                </a:srgbClr>
              </a:gs>
              <a:gs pos="100000">
                <a:srgbClr val="4A7C59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422909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D9A4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765809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0F0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Impact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375409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4"/>
          <p:cNvSpPr/>
          <p:nvPr/>
        </p:nvSpPr>
        <p:spPr>
          <a:xfrm>
            <a:off x="384810" y="1722119"/>
            <a:ext cx="3674745" cy="1760220"/>
          </a:xfrm>
          <a:custGeom>
            <a:avLst/>
            <a:gdLst/>
            <a:ahLst/>
            <a:cxnLst/>
            <a:rect l="l" t="t" r="r" b="b"/>
            <a:pathLst>
              <a:path w="3674745" h="1760220">
                <a:moveTo>
                  <a:pt x="76200" y="0"/>
                </a:moveTo>
                <a:lnTo>
                  <a:pt x="3598545" y="0"/>
                </a:lnTo>
                <a:cubicBezTo>
                  <a:pt x="3640629" y="0"/>
                  <a:pt x="3674745" y="34116"/>
                  <a:pt x="3674745" y="76200"/>
                </a:cubicBezTo>
                <a:lnTo>
                  <a:pt x="3674745" y="1684020"/>
                </a:lnTo>
                <a:cubicBezTo>
                  <a:pt x="3674745" y="1726104"/>
                  <a:pt x="3640629" y="1760220"/>
                  <a:pt x="3598545" y="1760220"/>
                </a:cubicBezTo>
                <a:lnTo>
                  <a:pt x="76200" y="1760220"/>
                </a:lnTo>
                <a:cubicBezTo>
                  <a:pt x="34116" y="1760220"/>
                  <a:pt x="0" y="1726104"/>
                  <a:pt x="0" y="16840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2D2D">
              <a:alpha val="70196"/>
            </a:srgbClr>
          </a:solidFill>
          <a:ln w="10160">
            <a:solidFill>
              <a:srgbClr val="4A7C59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17621" y="191643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081927" y="207835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0" name="Text 7"/>
          <p:cNvSpPr/>
          <p:nvPr/>
        </p:nvSpPr>
        <p:spPr>
          <a:xfrm>
            <a:off x="507682" y="2640332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1020" y="3059432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 Achievement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58270" y="1722119"/>
            <a:ext cx="3674745" cy="1760220"/>
          </a:xfrm>
          <a:custGeom>
            <a:avLst/>
            <a:gdLst/>
            <a:ahLst/>
            <a:cxnLst/>
            <a:rect l="l" t="t" r="r" b="b"/>
            <a:pathLst>
              <a:path w="3674745" h="1760220">
                <a:moveTo>
                  <a:pt x="76200" y="0"/>
                </a:moveTo>
                <a:lnTo>
                  <a:pt x="3598545" y="0"/>
                </a:lnTo>
                <a:cubicBezTo>
                  <a:pt x="3640629" y="0"/>
                  <a:pt x="3674745" y="34116"/>
                  <a:pt x="3674745" y="76200"/>
                </a:cubicBezTo>
                <a:lnTo>
                  <a:pt x="3674745" y="1684020"/>
                </a:lnTo>
                <a:cubicBezTo>
                  <a:pt x="3674745" y="1726104"/>
                  <a:pt x="3640629" y="1760220"/>
                  <a:pt x="3598545" y="1760220"/>
                </a:cubicBezTo>
                <a:lnTo>
                  <a:pt x="76200" y="1760220"/>
                </a:lnTo>
                <a:cubicBezTo>
                  <a:pt x="34116" y="1760220"/>
                  <a:pt x="0" y="1726104"/>
                  <a:pt x="0" y="16840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2D2D">
              <a:alpha val="70196"/>
            </a:srgbClr>
          </a:solidFill>
          <a:ln w="10160">
            <a:solidFill>
              <a:srgbClr val="4A7C59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91081" y="191643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937528" y="2078357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01364" y="670"/>
                </a:moveTo>
                <a:cubicBezTo>
                  <a:pt x="191877" y="-2065"/>
                  <a:pt x="181998" y="3460"/>
                  <a:pt x="179263" y="12948"/>
                </a:cubicBezTo>
                <a:lnTo>
                  <a:pt x="107826" y="262979"/>
                </a:lnTo>
                <a:cubicBezTo>
                  <a:pt x="105091" y="272467"/>
                  <a:pt x="110617" y="282346"/>
                  <a:pt x="120104" y="285080"/>
                </a:cubicBezTo>
                <a:cubicBezTo>
                  <a:pt x="129592" y="287815"/>
                  <a:pt x="139471" y="282290"/>
                  <a:pt x="142205" y="272802"/>
                </a:cubicBezTo>
                <a:lnTo>
                  <a:pt x="213643" y="22771"/>
                </a:lnTo>
                <a:cubicBezTo>
                  <a:pt x="216377" y="13283"/>
                  <a:pt x="210852" y="3404"/>
                  <a:pt x="201364" y="670"/>
                </a:cubicBezTo>
                <a:close/>
                <a:moveTo>
                  <a:pt x="237418" y="76628"/>
                </a:moveTo>
                <a:cubicBezTo>
                  <a:pt x="230442" y="83604"/>
                  <a:pt x="230442" y="94934"/>
                  <a:pt x="237418" y="101910"/>
                </a:cubicBezTo>
                <a:lnTo>
                  <a:pt x="278383" y="142875"/>
                </a:lnTo>
                <a:lnTo>
                  <a:pt x="237418" y="183840"/>
                </a:lnTo>
                <a:cubicBezTo>
                  <a:pt x="230442" y="190816"/>
                  <a:pt x="230442" y="202146"/>
                  <a:pt x="237418" y="209122"/>
                </a:cubicBezTo>
                <a:cubicBezTo>
                  <a:pt x="244394" y="216098"/>
                  <a:pt x="255724" y="216098"/>
                  <a:pt x="262700" y="209122"/>
                </a:cubicBezTo>
                <a:lnTo>
                  <a:pt x="316278" y="155544"/>
                </a:lnTo>
                <a:cubicBezTo>
                  <a:pt x="323255" y="148568"/>
                  <a:pt x="323255" y="137238"/>
                  <a:pt x="316278" y="130262"/>
                </a:cubicBezTo>
                <a:lnTo>
                  <a:pt x="262700" y="76684"/>
                </a:lnTo>
                <a:cubicBezTo>
                  <a:pt x="255724" y="69707"/>
                  <a:pt x="244394" y="69707"/>
                  <a:pt x="237418" y="76684"/>
                </a:cubicBezTo>
                <a:close/>
                <a:moveTo>
                  <a:pt x="84106" y="76628"/>
                </a:moveTo>
                <a:cubicBezTo>
                  <a:pt x="77130" y="69652"/>
                  <a:pt x="65801" y="69652"/>
                  <a:pt x="58824" y="76628"/>
                </a:cubicBezTo>
                <a:lnTo>
                  <a:pt x="5246" y="130206"/>
                </a:lnTo>
                <a:cubicBezTo>
                  <a:pt x="-1730" y="137182"/>
                  <a:pt x="-1730" y="148512"/>
                  <a:pt x="5246" y="155488"/>
                </a:cubicBezTo>
                <a:lnTo>
                  <a:pt x="58824" y="209066"/>
                </a:lnTo>
                <a:cubicBezTo>
                  <a:pt x="65801" y="216043"/>
                  <a:pt x="77130" y="216043"/>
                  <a:pt x="84106" y="209066"/>
                </a:cubicBezTo>
                <a:cubicBezTo>
                  <a:pt x="91083" y="202090"/>
                  <a:pt x="91083" y="190760"/>
                  <a:pt x="84106" y="183784"/>
                </a:cubicBezTo>
                <a:lnTo>
                  <a:pt x="43142" y="142875"/>
                </a:lnTo>
                <a:lnTo>
                  <a:pt x="84051" y="101910"/>
                </a:lnTo>
                <a:cubicBezTo>
                  <a:pt x="91027" y="94934"/>
                  <a:pt x="91027" y="83604"/>
                  <a:pt x="84051" y="76628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15" name="Text 12"/>
          <p:cNvSpPr/>
          <p:nvPr/>
        </p:nvSpPr>
        <p:spPr>
          <a:xfrm>
            <a:off x="4381143" y="2640332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Fullstack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14480" y="3059432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MLOps Expertise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31731" y="1722119"/>
            <a:ext cx="3674745" cy="1760220"/>
          </a:xfrm>
          <a:custGeom>
            <a:avLst/>
            <a:gdLst/>
            <a:ahLst/>
            <a:cxnLst/>
            <a:rect l="l" t="t" r="r" b="b"/>
            <a:pathLst>
              <a:path w="3674745" h="1760220">
                <a:moveTo>
                  <a:pt x="76200" y="0"/>
                </a:moveTo>
                <a:lnTo>
                  <a:pt x="3598545" y="0"/>
                </a:lnTo>
                <a:cubicBezTo>
                  <a:pt x="3640629" y="0"/>
                  <a:pt x="3674745" y="34116"/>
                  <a:pt x="3674745" y="76200"/>
                </a:cubicBezTo>
                <a:lnTo>
                  <a:pt x="3674745" y="1684020"/>
                </a:lnTo>
                <a:cubicBezTo>
                  <a:pt x="3674745" y="1726104"/>
                  <a:pt x="3640629" y="1760220"/>
                  <a:pt x="3598545" y="1760220"/>
                </a:cubicBezTo>
                <a:lnTo>
                  <a:pt x="76200" y="1760220"/>
                </a:lnTo>
                <a:cubicBezTo>
                  <a:pt x="34116" y="1760220"/>
                  <a:pt x="0" y="1726104"/>
                  <a:pt x="0" y="16840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2D2D">
              <a:alpha val="70196"/>
            </a:srgbClr>
          </a:solidFill>
          <a:ln w="10160">
            <a:solidFill>
              <a:srgbClr val="4A7C59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64661" y="191643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9828966" y="207835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20" name="Text 17"/>
          <p:cNvSpPr/>
          <p:nvPr/>
        </p:nvSpPr>
        <p:spPr>
          <a:xfrm>
            <a:off x="8254603" y="2640332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Zero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87941" y="3059432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84810" y="3680460"/>
            <a:ext cx="3674745" cy="1760220"/>
          </a:xfrm>
          <a:custGeom>
            <a:avLst/>
            <a:gdLst/>
            <a:ahLst/>
            <a:cxnLst/>
            <a:rect l="l" t="t" r="r" b="b"/>
            <a:pathLst>
              <a:path w="3674745" h="1760220">
                <a:moveTo>
                  <a:pt x="76200" y="0"/>
                </a:moveTo>
                <a:lnTo>
                  <a:pt x="3598545" y="0"/>
                </a:lnTo>
                <a:cubicBezTo>
                  <a:pt x="3640629" y="0"/>
                  <a:pt x="3674745" y="34116"/>
                  <a:pt x="3674745" y="76200"/>
                </a:cubicBezTo>
                <a:lnTo>
                  <a:pt x="3674745" y="1684020"/>
                </a:lnTo>
                <a:cubicBezTo>
                  <a:pt x="3674745" y="1726104"/>
                  <a:pt x="3640629" y="1760220"/>
                  <a:pt x="3598545" y="1760220"/>
                </a:cubicBezTo>
                <a:lnTo>
                  <a:pt x="76200" y="1760220"/>
                </a:lnTo>
                <a:cubicBezTo>
                  <a:pt x="34116" y="1760220"/>
                  <a:pt x="0" y="1726104"/>
                  <a:pt x="0" y="16840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2D2D">
              <a:alpha val="70196"/>
            </a:srgbClr>
          </a:solidFill>
          <a:ln w="10160">
            <a:solidFill>
              <a:srgbClr val="D9A443">
                <a:alpha val="3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917621" y="387477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046208" y="4036698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25" name="Text 22"/>
          <p:cNvSpPr/>
          <p:nvPr/>
        </p:nvSpPr>
        <p:spPr>
          <a:xfrm>
            <a:off x="507682" y="4598673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Leadership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41020" y="5017773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Mentorship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258270" y="3680460"/>
            <a:ext cx="3674745" cy="1760220"/>
          </a:xfrm>
          <a:custGeom>
            <a:avLst/>
            <a:gdLst/>
            <a:ahLst/>
            <a:cxnLst/>
            <a:rect l="l" t="t" r="r" b="b"/>
            <a:pathLst>
              <a:path w="3674745" h="1760220">
                <a:moveTo>
                  <a:pt x="76200" y="0"/>
                </a:moveTo>
                <a:lnTo>
                  <a:pt x="3598545" y="0"/>
                </a:lnTo>
                <a:cubicBezTo>
                  <a:pt x="3640629" y="0"/>
                  <a:pt x="3674745" y="34116"/>
                  <a:pt x="3674745" y="76200"/>
                </a:cubicBezTo>
                <a:lnTo>
                  <a:pt x="3674745" y="1684020"/>
                </a:lnTo>
                <a:cubicBezTo>
                  <a:pt x="3674745" y="1726104"/>
                  <a:pt x="3640629" y="1760220"/>
                  <a:pt x="3598545" y="1760220"/>
                </a:cubicBezTo>
                <a:lnTo>
                  <a:pt x="76200" y="1760220"/>
                </a:lnTo>
                <a:cubicBezTo>
                  <a:pt x="34116" y="1760220"/>
                  <a:pt x="0" y="1726104"/>
                  <a:pt x="0" y="16840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2D2D">
              <a:alpha val="70196"/>
            </a:srgbClr>
          </a:solidFill>
          <a:ln w="10160">
            <a:solidFill>
              <a:srgbClr val="D9A443">
                <a:alpha val="30196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91081" y="387477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5991106" y="403669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30" name="Text 27"/>
          <p:cNvSpPr/>
          <p:nvPr/>
        </p:nvSpPr>
        <p:spPr>
          <a:xfrm>
            <a:off x="4381143" y="4598673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Continuous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414480" y="5017773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131731" y="3680460"/>
            <a:ext cx="3674745" cy="1760220"/>
          </a:xfrm>
          <a:custGeom>
            <a:avLst/>
            <a:gdLst/>
            <a:ahLst/>
            <a:cxnLst/>
            <a:rect l="l" t="t" r="r" b="b"/>
            <a:pathLst>
              <a:path w="3674745" h="1760220">
                <a:moveTo>
                  <a:pt x="76200" y="0"/>
                </a:moveTo>
                <a:lnTo>
                  <a:pt x="3598545" y="0"/>
                </a:lnTo>
                <a:cubicBezTo>
                  <a:pt x="3640629" y="0"/>
                  <a:pt x="3674745" y="34116"/>
                  <a:pt x="3674745" y="76200"/>
                </a:cubicBezTo>
                <a:lnTo>
                  <a:pt x="3674745" y="1684020"/>
                </a:lnTo>
                <a:cubicBezTo>
                  <a:pt x="3674745" y="1726104"/>
                  <a:pt x="3640629" y="1760220"/>
                  <a:pt x="3598545" y="1760220"/>
                </a:cubicBezTo>
                <a:lnTo>
                  <a:pt x="76200" y="1760220"/>
                </a:lnTo>
                <a:cubicBezTo>
                  <a:pt x="34116" y="1760220"/>
                  <a:pt x="0" y="1726104"/>
                  <a:pt x="0" y="16840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2D2D">
              <a:alpha val="70196"/>
            </a:srgbClr>
          </a:solidFill>
          <a:ln w="10160">
            <a:solidFill>
              <a:srgbClr val="D9A443">
                <a:alpha val="3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664661" y="387477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9864685" y="403669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89297" y="0"/>
                </a:moveTo>
                <a:cubicBezTo>
                  <a:pt x="99175" y="0"/>
                  <a:pt x="107156" y="7981"/>
                  <a:pt x="107156" y="17859"/>
                </a:cubicBezTo>
                <a:lnTo>
                  <a:pt x="107156" y="80367"/>
                </a:lnTo>
                <a:lnTo>
                  <a:pt x="71438" y="80367"/>
                </a:lnTo>
                <a:lnTo>
                  <a:pt x="71438" y="17859"/>
                </a:lnTo>
                <a:cubicBezTo>
                  <a:pt x="71438" y="7981"/>
                  <a:pt x="79418" y="0"/>
                  <a:pt x="89297" y="0"/>
                </a:cubicBezTo>
                <a:close/>
                <a:moveTo>
                  <a:pt x="17859" y="35719"/>
                </a:moveTo>
                <a:cubicBezTo>
                  <a:pt x="17859" y="25840"/>
                  <a:pt x="25840" y="17859"/>
                  <a:pt x="35719" y="17859"/>
                </a:cubicBezTo>
                <a:cubicBezTo>
                  <a:pt x="45597" y="17859"/>
                  <a:pt x="53578" y="25840"/>
                  <a:pt x="53578" y="35719"/>
                </a:cubicBezTo>
                <a:lnTo>
                  <a:pt x="53578" y="80367"/>
                </a:lnTo>
                <a:lnTo>
                  <a:pt x="17859" y="80367"/>
                </a:lnTo>
                <a:lnTo>
                  <a:pt x="17859" y="35719"/>
                </a:lnTo>
                <a:close/>
                <a:moveTo>
                  <a:pt x="125016" y="35719"/>
                </a:moveTo>
                <a:cubicBezTo>
                  <a:pt x="125016" y="25840"/>
                  <a:pt x="132997" y="17859"/>
                  <a:pt x="142875" y="17859"/>
                </a:cubicBezTo>
                <a:cubicBezTo>
                  <a:pt x="152753" y="17859"/>
                  <a:pt x="160734" y="25840"/>
                  <a:pt x="160734" y="35719"/>
                </a:cubicBezTo>
                <a:lnTo>
                  <a:pt x="160734" y="89297"/>
                </a:lnTo>
                <a:cubicBezTo>
                  <a:pt x="160734" y="99175"/>
                  <a:pt x="152753" y="107156"/>
                  <a:pt x="142875" y="107156"/>
                </a:cubicBezTo>
                <a:cubicBezTo>
                  <a:pt x="132997" y="107156"/>
                  <a:pt x="125016" y="99175"/>
                  <a:pt x="125016" y="89297"/>
                </a:cubicBezTo>
                <a:lnTo>
                  <a:pt x="125016" y="35719"/>
                </a:lnTo>
                <a:close/>
                <a:moveTo>
                  <a:pt x="178594" y="71438"/>
                </a:moveTo>
                <a:cubicBezTo>
                  <a:pt x="178594" y="61559"/>
                  <a:pt x="186575" y="53578"/>
                  <a:pt x="196453" y="53578"/>
                </a:cubicBezTo>
                <a:cubicBezTo>
                  <a:pt x="206332" y="53578"/>
                  <a:pt x="214313" y="61559"/>
                  <a:pt x="214313" y="71438"/>
                </a:cubicBezTo>
                <a:lnTo>
                  <a:pt x="214313" y="107156"/>
                </a:lnTo>
                <a:cubicBezTo>
                  <a:pt x="214313" y="117035"/>
                  <a:pt x="206332" y="125016"/>
                  <a:pt x="196453" y="125016"/>
                </a:cubicBezTo>
                <a:cubicBezTo>
                  <a:pt x="186575" y="125016"/>
                  <a:pt x="178594" y="117035"/>
                  <a:pt x="178594" y="107156"/>
                </a:cubicBezTo>
                <a:lnTo>
                  <a:pt x="178594" y="71438"/>
                </a:lnTo>
                <a:close/>
                <a:moveTo>
                  <a:pt x="125016" y="120551"/>
                </a:moveTo>
                <a:lnTo>
                  <a:pt x="125016" y="120216"/>
                </a:lnTo>
                <a:cubicBezTo>
                  <a:pt x="130262" y="123230"/>
                  <a:pt x="136345" y="125016"/>
                  <a:pt x="142875" y="125016"/>
                </a:cubicBezTo>
                <a:cubicBezTo>
                  <a:pt x="150242" y="125016"/>
                  <a:pt x="157051" y="122783"/>
                  <a:pt x="162744" y="118988"/>
                </a:cubicBezTo>
                <a:cubicBezTo>
                  <a:pt x="167599" y="132885"/>
                  <a:pt x="180882" y="142875"/>
                  <a:pt x="196453" y="142875"/>
                </a:cubicBezTo>
                <a:cubicBezTo>
                  <a:pt x="202983" y="142875"/>
                  <a:pt x="209066" y="141145"/>
                  <a:pt x="214313" y="138075"/>
                </a:cubicBezTo>
                <a:lnTo>
                  <a:pt x="214313" y="142875"/>
                </a:lnTo>
                <a:cubicBezTo>
                  <a:pt x="214313" y="172064"/>
                  <a:pt x="200304" y="198016"/>
                  <a:pt x="178594" y="214313"/>
                </a:cubicBezTo>
                <a:lnTo>
                  <a:pt x="178594" y="267891"/>
                </a:lnTo>
                <a:cubicBezTo>
                  <a:pt x="178594" y="277769"/>
                  <a:pt x="170613" y="285750"/>
                  <a:pt x="160734" y="285750"/>
                </a:cubicBezTo>
                <a:lnTo>
                  <a:pt x="71438" y="285750"/>
                </a:lnTo>
                <a:cubicBezTo>
                  <a:pt x="61559" y="285750"/>
                  <a:pt x="53578" y="277769"/>
                  <a:pt x="53578" y="267891"/>
                </a:cubicBezTo>
                <a:lnTo>
                  <a:pt x="53578" y="224135"/>
                </a:lnTo>
                <a:cubicBezTo>
                  <a:pt x="43923" y="219726"/>
                  <a:pt x="35049" y="213643"/>
                  <a:pt x="27403" y="205997"/>
                </a:cubicBezTo>
                <a:lnTo>
                  <a:pt x="20929" y="199523"/>
                </a:lnTo>
                <a:cubicBezTo>
                  <a:pt x="7534" y="186128"/>
                  <a:pt x="0" y="167934"/>
                  <a:pt x="0" y="149014"/>
                </a:cubicBezTo>
                <a:lnTo>
                  <a:pt x="0" y="133945"/>
                </a:lnTo>
                <a:cubicBezTo>
                  <a:pt x="0" y="114244"/>
                  <a:pt x="16018" y="98227"/>
                  <a:pt x="35719" y="98227"/>
                </a:cubicBezTo>
                <a:lnTo>
                  <a:pt x="84832" y="98227"/>
                </a:lnTo>
                <a:cubicBezTo>
                  <a:pt x="97166" y="98227"/>
                  <a:pt x="107156" y="108217"/>
                  <a:pt x="107156" y="120551"/>
                </a:cubicBezTo>
                <a:cubicBezTo>
                  <a:pt x="107156" y="132885"/>
                  <a:pt x="97166" y="142875"/>
                  <a:pt x="84832" y="142875"/>
                </a:cubicBezTo>
                <a:lnTo>
                  <a:pt x="53578" y="142875"/>
                </a:lnTo>
                <a:cubicBezTo>
                  <a:pt x="48667" y="142875"/>
                  <a:pt x="44648" y="146893"/>
                  <a:pt x="44648" y="151805"/>
                </a:cubicBezTo>
                <a:cubicBezTo>
                  <a:pt x="44648" y="156716"/>
                  <a:pt x="48667" y="160734"/>
                  <a:pt x="53578" y="160734"/>
                </a:cubicBezTo>
                <a:lnTo>
                  <a:pt x="84832" y="160734"/>
                </a:lnTo>
                <a:cubicBezTo>
                  <a:pt x="107045" y="160734"/>
                  <a:pt x="125016" y="142763"/>
                  <a:pt x="125016" y="120551"/>
                </a:cubicBezTo>
                <a:close/>
              </a:path>
            </a:pathLst>
          </a:custGeom>
          <a:solidFill>
            <a:srgbClr val="D9A443"/>
          </a:solidFill>
          <a:ln/>
        </p:spPr>
      </p:sp>
      <p:sp>
        <p:nvSpPr>
          <p:cNvPr id="35" name="Text 32"/>
          <p:cNvSpPr/>
          <p:nvPr/>
        </p:nvSpPr>
        <p:spPr>
          <a:xfrm>
            <a:off x="8254603" y="4598673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9A44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Post-Maternity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287941" y="5017773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0F0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Excellence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323850" y="5749296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0F0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 for your consideration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338138" y="6168275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C8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Committed to continuous growth and delivering excellence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Self-Appraisal: Key Achievements</dc:title>
  <dc:subject>Self-Appraisal: Key Achievements</dc:subject>
  <dc:creator>Kimi</dc:creator>
  <cp:lastModifiedBy>Kimi</cp:lastModifiedBy>
  <cp:revision>1</cp:revision>
  <dcterms:created xsi:type="dcterms:W3CDTF">2026-02-02T07:28:20Z</dcterms:created>
  <dcterms:modified xsi:type="dcterms:W3CDTF">2026-02-02T07:28:20Z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{"Label":"Self-Appraisal: Key Achievements","ContentProducer":"001191110108MACG2KBH8F10000","ProduceID":"19c1d3f1-e032-83af-8000-0000ad990781","ReservedCode1":"","ContentPropagator":"001191110108MACG2KBH8F20000","PropagateID":"19c1d3f1-e032-83af-8000-0000ad990781","ReservedCode2":""}</vt:lpwstr>
  </property>
</Properties>
</file>